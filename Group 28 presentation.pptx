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notesMasterIdLst>
    <p:notesMasterId r:id="rId20"/>
  </p:notesMasterIdLst>
  <p:sldIdLst>
    <p:sldId id="256" r:id="rId2"/>
    <p:sldId id="259" r:id="rId3"/>
    <p:sldId id="276" r:id="rId4"/>
    <p:sldId id="263" r:id="rId5"/>
    <p:sldId id="260" r:id="rId6"/>
    <p:sldId id="257" r:id="rId7"/>
    <p:sldId id="258" r:id="rId8"/>
    <p:sldId id="275" r:id="rId9"/>
    <p:sldId id="264" r:id="rId10"/>
    <p:sldId id="272" r:id="rId11"/>
    <p:sldId id="277" r:id="rId12"/>
    <p:sldId id="274" r:id="rId13"/>
    <p:sldId id="270" r:id="rId14"/>
    <p:sldId id="271" r:id="rId15"/>
    <p:sldId id="269" r:id="rId16"/>
    <p:sldId id="261" r:id="rId17"/>
    <p:sldId id="273" r:id="rId18"/>
    <p:sldId id="278" r:id="rId1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D3E12-C5B6-8EDD-E6A0-C08014D7AC3D}" v="104" dt="2025-06-12T10:18:34.829"/>
    <p1510:client id="{2F1A87ED-CC6F-845E-AA4D-76740FA2F891}" v="5" dt="2025-06-11T12:59:59.733"/>
    <p1510:client id="{3FBFEC89-C8FF-F19D-9432-031419BE0D7D}" v="32" dt="2025-06-11T12:56:53.346"/>
    <p1510:client id="{459EC44B-4B1B-BE65-318B-0D481D027654}" v="5" dt="2025-06-12T09:46:42.404"/>
    <p1510:client id="{68EDB518-9D01-0E3F-FDDF-1FDCC0AB8DD6}" v="82" dt="2025-06-12T20:08:22.615"/>
    <p1510:client id="{99B72D0D-C2C2-5D72-5185-53BAD49CBE30}" v="422" dt="2025-06-12T10:14:09.693"/>
    <p1510:client id="{C5C6ACE2-5E37-40E1-9AC7-C2B9E4365688}" v="16" dt="2025-06-12T09:25:24.694"/>
    <p1510:client id="{D3CE994E-F8B1-6839-CC60-D60DA9A925B2}" v="79" dt="2025-06-12T09:46:22.719"/>
    <p1510:client id="{EC975A98-CA6B-CC98-3569-BA0DEF49D6C0}" v="93" dt="2025-06-12T10:07:35.9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ie Doonan (CMP - Student)" userId="S::frj24mnu@uea.ac.uk::ba7eec98-feb2-46b0-bfd0-9bea1452f7ba" providerId="AD" clId="Web-{D0D12C41-F2A5-C18D-882E-6276DA26859D}"/>
    <pc:docChg chg="modSld">
      <pc:chgData name="Charlie Doonan (CMP - Student)" userId="S::frj24mnu@uea.ac.uk::ba7eec98-feb2-46b0-bfd0-9bea1452f7ba" providerId="AD" clId="Web-{D0D12C41-F2A5-C18D-882E-6276DA26859D}" dt="2025-06-04T15:03:18.192" v="1" actId="20577"/>
      <pc:docMkLst>
        <pc:docMk/>
      </pc:docMkLst>
      <pc:sldChg chg="modSp">
        <pc:chgData name="Charlie Doonan (CMP - Student)" userId="S::frj24mnu@uea.ac.uk::ba7eec98-feb2-46b0-bfd0-9bea1452f7ba" providerId="AD" clId="Web-{D0D12C41-F2A5-C18D-882E-6276DA26859D}" dt="2025-06-04T15:03:18.192" v="1" actId="20577"/>
        <pc:sldMkLst>
          <pc:docMk/>
          <pc:sldMk cId="3420665335" sldId="259"/>
        </pc:sldMkLst>
        <pc:spChg chg="mod">
          <ac:chgData name="Charlie Doonan (CMP - Student)" userId="S::frj24mnu@uea.ac.uk::ba7eec98-feb2-46b0-bfd0-9bea1452f7ba" providerId="AD" clId="Web-{D0D12C41-F2A5-C18D-882E-6276DA26859D}" dt="2025-06-04T15:03:18.192" v="1" actId="20577"/>
          <ac:spMkLst>
            <pc:docMk/>
            <pc:sldMk cId="3420665335" sldId="259"/>
            <ac:spMk id="3" creationId="{E248967A-DECA-B508-7912-A2AFCEBA6820}"/>
          </ac:spMkLst>
        </pc:spChg>
      </pc:sldChg>
    </pc:docChg>
  </pc:docChgLst>
  <pc:docChgLst>
    <pc:chgData name="Jakub Pogorzelski (CMP - Student)" userId="S::ngs24aau@uea.ac.uk::4946e90b-e8aa-4eff-a421-f8c27a394c54" providerId="AD" clId="Web-{C356CDC7-19F7-E012-97A6-CE4D776DC8A3}"/>
    <pc:docChg chg="addSld modSld addMainMaster delMainMaster">
      <pc:chgData name="Jakub Pogorzelski (CMP - Student)" userId="S::ngs24aau@uea.ac.uk::4946e90b-e8aa-4eff-a421-f8c27a394c54" providerId="AD" clId="Web-{C356CDC7-19F7-E012-97A6-CE4D776DC8A3}" dt="2025-06-04T14:19:05.751" v="295" actId="20577"/>
      <pc:docMkLst>
        <pc:docMk/>
      </pc:docMkLst>
      <pc:sldChg chg="addSp modSp mod setBg modClrScheme chgLayout">
        <pc:chgData name="Jakub Pogorzelski (CMP - Student)" userId="S::ngs24aau@uea.ac.uk::4946e90b-e8aa-4eff-a421-f8c27a394c54" providerId="AD" clId="Web-{C356CDC7-19F7-E012-97A6-CE4D776DC8A3}" dt="2025-06-04T14:11:59.655" v="0"/>
        <pc:sldMkLst>
          <pc:docMk/>
          <pc:sldMk cId="109857222" sldId="256"/>
        </pc:sldMkLst>
        <pc:spChg chg="mod">
          <ac:chgData name="Jakub Pogorzelski (CMP - Student)" userId="S::ngs24aau@uea.ac.uk::4946e90b-e8aa-4eff-a421-f8c27a394c54" providerId="AD" clId="Web-{C356CDC7-19F7-E012-97A6-CE4D776DC8A3}" dt="2025-06-04T14:11:59.655" v="0"/>
          <ac:spMkLst>
            <pc:docMk/>
            <pc:sldMk cId="109857222" sldId="256"/>
            <ac:spMk id="2" creationId="{00000000-0000-0000-0000-000000000000}"/>
          </ac:spMkLst>
        </pc:spChg>
        <pc:spChg chg="mod">
          <ac:chgData name="Jakub Pogorzelski (CMP - Student)" userId="S::ngs24aau@uea.ac.uk::4946e90b-e8aa-4eff-a421-f8c27a394c54" providerId="AD" clId="Web-{C356CDC7-19F7-E012-97A6-CE4D776DC8A3}" dt="2025-06-04T14:11:59.655" v="0"/>
          <ac:spMkLst>
            <pc:docMk/>
            <pc:sldMk cId="109857222" sldId="256"/>
            <ac:spMk id="3" creationId="{00000000-0000-0000-0000-000000000000}"/>
          </ac:spMkLst>
        </pc:spChg>
        <pc:spChg chg="add">
          <ac:chgData name="Jakub Pogorzelski (CMP - Student)" userId="S::ngs24aau@uea.ac.uk::4946e90b-e8aa-4eff-a421-f8c27a394c54" providerId="AD" clId="Web-{C356CDC7-19F7-E012-97A6-CE4D776DC8A3}" dt="2025-06-04T14:11:59.655" v="0"/>
          <ac:spMkLst>
            <pc:docMk/>
            <pc:sldMk cId="109857222" sldId="256"/>
            <ac:spMk id="9" creationId="{BA6285CA-6AFA-4F27-AFB5-1B32CDE09B1A}"/>
          </ac:spMkLst>
        </pc:spChg>
        <pc:spChg chg="add">
          <ac:chgData name="Jakub Pogorzelski (CMP - Student)" userId="S::ngs24aau@uea.ac.uk::4946e90b-e8aa-4eff-a421-f8c27a394c54" providerId="AD" clId="Web-{C356CDC7-19F7-E012-97A6-CE4D776DC8A3}" dt="2025-06-04T14:11:59.655" v="0"/>
          <ac:spMkLst>
            <pc:docMk/>
            <pc:sldMk cId="109857222" sldId="256"/>
            <ac:spMk id="11" creationId="{AF152BFE-7BA8-4007-AD9C-F4DC95E437EE}"/>
          </ac:spMkLst>
        </pc:spChg>
        <pc:spChg chg="add">
          <ac:chgData name="Jakub Pogorzelski (CMP - Student)" userId="S::ngs24aau@uea.ac.uk::4946e90b-e8aa-4eff-a421-f8c27a394c54" providerId="AD" clId="Web-{C356CDC7-19F7-E012-97A6-CE4D776DC8A3}" dt="2025-06-04T14:11:59.655" v="0"/>
          <ac:spMkLst>
            <pc:docMk/>
            <pc:sldMk cId="109857222" sldId="256"/>
            <ac:spMk id="13" creationId="{26796024-DF17-4BB3-BF28-01E168A3C548}"/>
          </ac:spMkLst>
        </pc:spChg>
        <pc:spChg chg="add">
          <ac:chgData name="Jakub Pogorzelski (CMP - Student)" userId="S::ngs24aau@uea.ac.uk::4946e90b-e8aa-4eff-a421-f8c27a394c54" providerId="AD" clId="Web-{C356CDC7-19F7-E012-97A6-CE4D776DC8A3}" dt="2025-06-04T14:11:59.655" v="0"/>
          <ac:spMkLst>
            <pc:docMk/>
            <pc:sldMk cId="109857222" sldId="256"/>
            <ac:spMk id="15" creationId="{7BCC6446-8462-4A63-9B6F-8F57EC40F648}"/>
          </ac:spMkLst>
        </pc:spChg>
        <pc:grpChg chg="add">
          <ac:chgData name="Jakub Pogorzelski (CMP - Student)" userId="S::ngs24aau@uea.ac.uk::4946e90b-e8aa-4eff-a421-f8c27a394c54" providerId="AD" clId="Web-{C356CDC7-19F7-E012-97A6-CE4D776DC8A3}" dt="2025-06-04T14:11:59.655" v="0"/>
          <ac:grpSpMkLst>
            <pc:docMk/>
            <pc:sldMk cId="109857222" sldId="256"/>
            <ac:grpSpMk id="17" creationId="{8118ECEF-CA6A-4CB6-BCA5-59B2DB40C4AB}"/>
          </ac:grpSpMkLst>
        </pc:grpChg>
        <pc:picChg chg="add">
          <ac:chgData name="Jakub Pogorzelski (CMP - Student)" userId="S::ngs24aau@uea.ac.uk::4946e90b-e8aa-4eff-a421-f8c27a394c54" providerId="AD" clId="Web-{C356CDC7-19F7-E012-97A6-CE4D776DC8A3}" dt="2025-06-04T14:11:59.655" v="0"/>
          <ac:picMkLst>
            <pc:docMk/>
            <pc:sldMk cId="109857222" sldId="256"/>
            <ac:picMk id="4" creationId="{01778A3D-9A8F-7F1A-F945-9CC4BFF63421}"/>
          </ac:picMkLst>
        </pc:picChg>
      </pc:sldChg>
      <pc:sldChg chg="modSp">
        <pc:chgData name="Jakub Pogorzelski (CMP - Student)" userId="S::ngs24aau@uea.ac.uk::4946e90b-e8aa-4eff-a421-f8c27a394c54" providerId="AD" clId="Web-{C356CDC7-19F7-E012-97A6-CE4D776DC8A3}" dt="2025-06-04T14:18:10.057" v="230" actId="20577"/>
        <pc:sldMkLst>
          <pc:docMk/>
          <pc:sldMk cId="2065704344" sldId="258"/>
        </pc:sldMkLst>
        <pc:spChg chg="mod">
          <ac:chgData name="Jakub Pogorzelski (CMP - Student)" userId="S::ngs24aau@uea.ac.uk::4946e90b-e8aa-4eff-a421-f8c27a394c54" providerId="AD" clId="Web-{C356CDC7-19F7-E012-97A6-CE4D776DC8A3}" dt="2025-06-04T14:17:38.774" v="143" actId="20577"/>
          <ac:spMkLst>
            <pc:docMk/>
            <pc:sldMk cId="2065704344" sldId="258"/>
            <ac:spMk id="2" creationId="{7E87C260-5878-4930-F483-98E7F38D8C62}"/>
          </ac:spMkLst>
        </pc:spChg>
        <pc:spChg chg="mod">
          <ac:chgData name="Jakub Pogorzelski (CMP - Student)" userId="S::ngs24aau@uea.ac.uk::4946e90b-e8aa-4eff-a421-f8c27a394c54" providerId="AD" clId="Web-{C356CDC7-19F7-E012-97A6-CE4D776DC8A3}" dt="2025-06-04T14:18:10.057" v="230" actId="20577"/>
          <ac:spMkLst>
            <pc:docMk/>
            <pc:sldMk cId="2065704344" sldId="258"/>
            <ac:spMk id="3" creationId="{4A324A31-B376-B222-A354-5C8DAFA7FFB2}"/>
          </ac:spMkLst>
        </pc:spChg>
      </pc:sldChg>
      <pc:sldChg chg="modSp new">
        <pc:chgData name="Jakub Pogorzelski (CMP - Student)" userId="S::ngs24aau@uea.ac.uk::4946e90b-e8aa-4eff-a421-f8c27a394c54" providerId="AD" clId="Web-{C356CDC7-19F7-E012-97A6-CE4D776DC8A3}" dt="2025-06-04T14:16:39.035" v="119" actId="20577"/>
        <pc:sldMkLst>
          <pc:docMk/>
          <pc:sldMk cId="3420665335" sldId="259"/>
        </pc:sldMkLst>
        <pc:spChg chg="mod">
          <ac:chgData name="Jakub Pogorzelski (CMP - Student)" userId="S::ngs24aau@uea.ac.uk::4946e90b-e8aa-4eff-a421-f8c27a394c54" providerId="AD" clId="Web-{C356CDC7-19F7-E012-97A6-CE4D776DC8A3}" dt="2025-06-04T14:14:30.416" v="29" actId="20577"/>
          <ac:spMkLst>
            <pc:docMk/>
            <pc:sldMk cId="3420665335" sldId="259"/>
            <ac:spMk id="2" creationId="{540C0939-5E1A-5D3B-73A1-3E77820E0F7F}"/>
          </ac:spMkLst>
        </pc:spChg>
        <pc:spChg chg="mod">
          <ac:chgData name="Jakub Pogorzelski (CMP - Student)" userId="S::ngs24aau@uea.ac.uk::4946e90b-e8aa-4eff-a421-f8c27a394c54" providerId="AD" clId="Web-{C356CDC7-19F7-E012-97A6-CE4D776DC8A3}" dt="2025-06-04T14:16:39.035" v="119" actId="20577"/>
          <ac:spMkLst>
            <pc:docMk/>
            <pc:sldMk cId="3420665335" sldId="259"/>
            <ac:spMk id="3" creationId="{E248967A-DECA-B508-7912-A2AFCEBA6820}"/>
          </ac:spMkLst>
        </pc:spChg>
      </pc:sldChg>
      <pc:sldChg chg="modSp new">
        <pc:chgData name="Jakub Pogorzelski (CMP - Student)" userId="S::ngs24aau@uea.ac.uk::4946e90b-e8aa-4eff-a421-f8c27a394c54" providerId="AD" clId="Web-{C356CDC7-19F7-E012-97A6-CE4D776DC8A3}" dt="2025-06-04T14:15:36.046" v="70" actId="20577"/>
        <pc:sldMkLst>
          <pc:docMk/>
          <pc:sldMk cId="287634607" sldId="260"/>
        </pc:sldMkLst>
        <pc:spChg chg="mod">
          <ac:chgData name="Jakub Pogorzelski (CMP - Student)" userId="S::ngs24aau@uea.ac.uk::4946e90b-e8aa-4eff-a421-f8c27a394c54" providerId="AD" clId="Web-{C356CDC7-19F7-E012-97A6-CE4D776DC8A3}" dt="2025-06-04T14:15:36.046" v="70" actId="20577"/>
          <ac:spMkLst>
            <pc:docMk/>
            <pc:sldMk cId="287634607" sldId="260"/>
            <ac:spMk id="2" creationId="{D0B40DDE-48A5-49DA-0F3A-18889AFB7BC9}"/>
          </ac:spMkLst>
        </pc:spChg>
      </pc:sldChg>
      <pc:sldChg chg="modSp new">
        <pc:chgData name="Jakub Pogorzelski (CMP - Student)" userId="S::ngs24aau@uea.ac.uk::4946e90b-e8aa-4eff-a421-f8c27a394c54" providerId="AD" clId="Web-{C356CDC7-19F7-E012-97A6-CE4D776DC8A3}" dt="2025-06-04T14:18:20.292" v="250" actId="20577"/>
        <pc:sldMkLst>
          <pc:docMk/>
          <pc:sldMk cId="2212475136" sldId="261"/>
        </pc:sldMkLst>
        <pc:spChg chg="mod">
          <ac:chgData name="Jakub Pogorzelski (CMP - Student)" userId="S::ngs24aau@uea.ac.uk::4946e90b-e8aa-4eff-a421-f8c27a394c54" providerId="AD" clId="Web-{C356CDC7-19F7-E012-97A6-CE4D776DC8A3}" dt="2025-06-04T14:18:20.292" v="250" actId="20577"/>
          <ac:spMkLst>
            <pc:docMk/>
            <pc:sldMk cId="2212475136" sldId="261"/>
            <ac:spMk id="2" creationId="{496E5CD7-E331-C8BA-4B78-7BD9B709A2DE}"/>
          </ac:spMkLst>
        </pc:spChg>
      </pc:sldChg>
      <pc:sldChg chg="modSp new">
        <pc:chgData name="Jakub Pogorzelski (CMP - Student)" userId="S::ngs24aau@uea.ac.uk::4946e90b-e8aa-4eff-a421-f8c27a394c54" providerId="AD" clId="Web-{C356CDC7-19F7-E012-97A6-CE4D776DC8A3}" dt="2025-06-04T14:18:31.199" v="267" actId="20577"/>
        <pc:sldMkLst>
          <pc:docMk/>
          <pc:sldMk cId="2387283399" sldId="262"/>
        </pc:sldMkLst>
        <pc:spChg chg="mod">
          <ac:chgData name="Jakub Pogorzelski (CMP - Student)" userId="S::ngs24aau@uea.ac.uk::4946e90b-e8aa-4eff-a421-f8c27a394c54" providerId="AD" clId="Web-{C356CDC7-19F7-E012-97A6-CE4D776DC8A3}" dt="2025-06-04T14:18:31.199" v="267" actId="20577"/>
          <ac:spMkLst>
            <pc:docMk/>
            <pc:sldMk cId="2387283399" sldId="262"/>
            <ac:spMk id="2" creationId="{BE1CA8A9-2B62-5AD4-B05C-AA64BE23925B}"/>
          </ac:spMkLst>
        </pc:spChg>
      </pc:sldChg>
      <pc:sldChg chg="modSp new">
        <pc:chgData name="Jakub Pogorzelski (CMP - Student)" userId="S::ngs24aau@uea.ac.uk::4946e90b-e8aa-4eff-a421-f8c27a394c54" providerId="AD" clId="Web-{C356CDC7-19F7-E012-97A6-CE4D776DC8A3}" dt="2025-06-04T14:19:05.751" v="295" actId="20577"/>
        <pc:sldMkLst>
          <pc:docMk/>
          <pc:sldMk cId="2662372787" sldId="263"/>
        </pc:sldMkLst>
        <pc:spChg chg="mod">
          <ac:chgData name="Jakub Pogorzelski (CMP - Student)" userId="S::ngs24aau@uea.ac.uk::4946e90b-e8aa-4eff-a421-f8c27a394c54" providerId="AD" clId="Web-{C356CDC7-19F7-E012-97A6-CE4D776DC8A3}" dt="2025-06-04T14:19:05.751" v="295" actId="20577"/>
          <ac:spMkLst>
            <pc:docMk/>
            <pc:sldMk cId="2662372787" sldId="263"/>
            <ac:spMk id="2" creationId="{6578E29D-19E2-1DE6-E259-83157E07CA2F}"/>
          </ac:spMkLst>
        </pc:spChg>
      </pc:sldChg>
      <pc:sldMasterChg chg="del delSldLayout">
        <pc:chgData name="Jakub Pogorzelski (CMP - Student)" userId="S::ngs24aau@uea.ac.uk::4946e90b-e8aa-4eff-a421-f8c27a394c54" providerId="AD" clId="Web-{C356CDC7-19F7-E012-97A6-CE4D776DC8A3}" dt="2025-06-04T14:11:59.655" v="0"/>
        <pc:sldMasterMkLst>
          <pc:docMk/>
          <pc:sldMasterMk cId="2460954070" sldId="2147483660"/>
        </pc:sldMasterMkLst>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2385387890" sldId="2147483661"/>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949138452" sldId="2147483662"/>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2591524520" sldId="2147483663"/>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1203092039" sldId="2147483664"/>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3733172339" sldId="2147483665"/>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3210312558" sldId="2147483666"/>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3146388984" sldId="2147483667"/>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3171841454" sldId="2147483668"/>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1718958274" sldId="2147483669"/>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2202905451" sldId="2147483670"/>
          </pc:sldLayoutMkLst>
        </pc:sldLayoutChg>
        <pc:sldLayoutChg chg="del">
          <pc:chgData name="Jakub Pogorzelski (CMP - Student)" userId="S::ngs24aau@uea.ac.uk::4946e90b-e8aa-4eff-a421-f8c27a394c54" providerId="AD" clId="Web-{C356CDC7-19F7-E012-97A6-CE4D776DC8A3}" dt="2025-06-04T14:11:59.655" v="0"/>
          <pc:sldLayoutMkLst>
            <pc:docMk/>
            <pc:sldMasterMk cId="2460954070" sldId="2147483660"/>
            <pc:sldLayoutMk cId="3479445657" sldId="2147483671"/>
          </pc:sldLayoutMkLst>
        </pc:sldLayoutChg>
      </pc:sldMasterChg>
      <pc:sldMasterChg chg="add addSldLayout">
        <pc:chgData name="Jakub Pogorzelski (CMP - Student)" userId="S::ngs24aau@uea.ac.uk::4946e90b-e8aa-4eff-a421-f8c27a394c54" providerId="AD" clId="Web-{C356CDC7-19F7-E012-97A6-CE4D776DC8A3}" dt="2025-06-04T14:11:59.655" v="0"/>
        <pc:sldMasterMkLst>
          <pc:docMk/>
          <pc:sldMasterMk cId="3820976375" sldId="2147483760"/>
        </pc:sldMasterMkLst>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2995941719" sldId="2147483749"/>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3838344505" sldId="2147483750"/>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3661952884" sldId="2147483751"/>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3197003276" sldId="2147483752"/>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2838285833" sldId="2147483753"/>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2332985686" sldId="2147483754"/>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561105282" sldId="2147483755"/>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2420323759" sldId="2147483756"/>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1349860534" sldId="2147483757"/>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3143993439" sldId="2147483758"/>
          </pc:sldLayoutMkLst>
        </pc:sldLayoutChg>
        <pc:sldLayoutChg chg="add">
          <pc:chgData name="Jakub Pogorzelski (CMP - Student)" userId="S::ngs24aau@uea.ac.uk::4946e90b-e8aa-4eff-a421-f8c27a394c54" providerId="AD" clId="Web-{C356CDC7-19F7-E012-97A6-CE4D776DC8A3}" dt="2025-06-04T14:11:59.655" v="0"/>
          <pc:sldLayoutMkLst>
            <pc:docMk/>
            <pc:sldMasterMk cId="3820976375" sldId="2147483760"/>
            <pc:sldLayoutMk cId="1439378031" sldId="2147483759"/>
          </pc:sldLayoutMkLst>
        </pc:sldLayoutChg>
      </pc:sldMasterChg>
    </pc:docChg>
  </pc:docChgLst>
  <pc:docChgLst>
    <pc:chgData name="Benedict Ward (CMP - Student)" userId="S::bjj24bdu@uea.ac.uk::d714e64b-4824-483c-8e9c-b2b7d5f1aa5d" providerId="AD" clId="Web-{EC975A98-CA6B-CC98-3569-BA0DEF49D6C0}"/>
    <pc:docChg chg="modSld">
      <pc:chgData name="Benedict Ward (CMP - Student)" userId="S::bjj24bdu@uea.ac.uk::d714e64b-4824-483c-8e9c-b2b7d5f1aa5d" providerId="AD" clId="Web-{EC975A98-CA6B-CC98-3569-BA0DEF49D6C0}" dt="2025-06-12T10:07:35.999" v="94" actId="20577"/>
      <pc:docMkLst>
        <pc:docMk/>
      </pc:docMkLst>
      <pc:sldChg chg="modSp">
        <pc:chgData name="Benedict Ward (CMP - Student)" userId="S::bjj24bdu@uea.ac.uk::d714e64b-4824-483c-8e9c-b2b7d5f1aa5d" providerId="AD" clId="Web-{EC975A98-CA6B-CC98-3569-BA0DEF49D6C0}" dt="2025-06-12T10:07:35.999" v="94" actId="20577"/>
        <pc:sldMkLst>
          <pc:docMk/>
          <pc:sldMk cId="2212475136" sldId="261"/>
        </pc:sldMkLst>
        <pc:spChg chg="mod">
          <ac:chgData name="Benedict Ward (CMP - Student)" userId="S::bjj24bdu@uea.ac.uk::d714e64b-4824-483c-8e9c-b2b7d5f1aa5d" providerId="AD" clId="Web-{EC975A98-CA6B-CC98-3569-BA0DEF49D6C0}" dt="2025-06-12T10:07:35.999" v="94" actId="20577"/>
          <ac:spMkLst>
            <pc:docMk/>
            <pc:sldMk cId="2212475136" sldId="261"/>
            <ac:spMk id="3" creationId="{3D2BE52E-D999-AB89-78E0-1155E1E42DAC}"/>
          </ac:spMkLst>
        </pc:spChg>
      </pc:sldChg>
      <pc:sldChg chg="addSp modSp">
        <pc:chgData name="Benedict Ward (CMP - Student)" userId="S::bjj24bdu@uea.ac.uk::d714e64b-4824-483c-8e9c-b2b7d5f1aa5d" providerId="AD" clId="Web-{EC975A98-CA6B-CC98-3569-BA0DEF49D6C0}" dt="2025-06-12T09:47:20.441" v="92" actId="1076"/>
        <pc:sldMkLst>
          <pc:docMk/>
          <pc:sldMk cId="2455014384" sldId="269"/>
        </pc:sldMkLst>
        <pc:spChg chg="mod">
          <ac:chgData name="Benedict Ward (CMP - Student)" userId="S::bjj24bdu@uea.ac.uk::d714e64b-4824-483c-8e9c-b2b7d5f1aa5d" providerId="AD" clId="Web-{EC975A98-CA6B-CC98-3569-BA0DEF49D6C0}" dt="2025-06-12T09:22:14.428" v="61" actId="20577"/>
          <ac:spMkLst>
            <pc:docMk/>
            <pc:sldMk cId="2455014384" sldId="269"/>
            <ac:spMk id="2" creationId="{1A0FB0DE-CB71-4F94-E379-398AB13265B1}"/>
          </ac:spMkLst>
        </pc:spChg>
        <pc:spChg chg="mod">
          <ac:chgData name="Benedict Ward (CMP - Student)" userId="S::bjj24bdu@uea.ac.uk::d714e64b-4824-483c-8e9c-b2b7d5f1aa5d" providerId="AD" clId="Web-{EC975A98-CA6B-CC98-3569-BA0DEF49D6C0}" dt="2025-06-12T09:47:02.581" v="88" actId="14100"/>
          <ac:spMkLst>
            <pc:docMk/>
            <pc:sldMk cId="2455014384" sldId="269"/>
            <ac:spMk id="3" creationId="{E78CFD24-FFF5-BE5F-7BA0-01C0243939B7}"/>
          </ac:spMkLst>
        </pc:spChg>
        <pc:picChg chg="add mod">
          <ac:chgData name="Benedict Ward (CMP - Student)" userId="S::bjj24bdu@uea.ac.uk::d714e64b-4824-483c-8e9c-b2b7d5f1aa5d" providerId="AD" clId="Web-{EC975A98-CA6B-CC98-3569-BA0DEF49D6C0}" dt="2025-06-12T09:47:20.441" v="92" actId="1076"/>
          <ac:picMkLst>
            <pc:docMk/>
            <pc:sldMk cId="2455014384" sldId="269"/>
            <ac:picMk id="4" creationId="{109233DB-64AB-2AD1-A011-553D121777C0}"/>
          </ac:picMkLst>
        </pc:picChg>
        <pc:picChg chg="mod">
          <ac:chgData name="Benedict Ward (CMP - Student)" userId="S::bjj24bdu@uea.ac.uk::d714e64b-4824-483c-8e9c-b2b7d5f1aa5d" providerId="AD" clId="Web-{EC975A98-CA6B-CC98-3569-BA0DEF49D6C0}" dt="2025-06-12T09:47:11.425" v="90" actId="14100"/>
          <ac:picMkLst>
            <pc:docMk/>
            <pc:sldMk cId="2455014384" sldId="269"/>
            <ac:picMk id="5" creationId="{1DFE5784-7D79-3F5D-EF7C-5095A04AC022}"/>
          </ac:picMkLst>
        </pc:picChg>
      </pc:sldChg>
      <pc:sldChg chg="modSp">
        <pc:chgData name="Benedict Ward (CMP - Student)" userId="S::bjj24bdu@uea.ac.uk::d714e64b-4824-483c-8e9c-b2b7d5f1aa5d" providerId="AD" clId="Web-{EC975A98-CA6B-CC98-3569-BA0DEF49D6C0}" dt="2025-06-12T09:44:07.476" v="85" actId="20577"/>
        <pc:sldMkLst>
          <pc:docMk/>
          <pc:sldMk cId="3869084159" sldId="276"/>
        </pc:sldMkLst>
        <pc:spChg chg="mod">
          <ac:chgData name="Benedict Ward (CMP - Student)" userId="S::bjj24bdu@uea.ac.uk::d714e64b-4824-483c-8e9c-b2b7d5f1aa5d" providerId="AD" clId="Web-{EC975A98-CA6B-CC98-3569-BA0DEF49D6C0}" dt="2025-06-12T09:44:07.476" v="85" actId="20577"/>
          <ac:spMkLst>
            <pc:docMk/>
            <pc:sldMk cId="3869084159" sldId="276"/>
            <ac:spMk id="3" creationId="{31400B8C-AF47-22F6-BE51-80708ABC0100}"/>
          </ac:spMkLst>
        </pc:spChg>
      </pc:sldChg>
    </pc:docChg>
  </pc:docChgLst>
  <pc:docChgLst>
    <pc:chgData name="Muhammad Khurram (CMP - Student)" userId="S::seb24twu@uea.ac.uk::7be3f8db-6531-4688-947f-97c059ad5ac7" providerId="AD" clId="Web-{459EC44B-4B1B-BE65-318B-0D481D027654}"/>
    <pc:docChg chg="addSld delSld sldOrd">
      <pc:chgData name="Muhammad Khurram (CMP - Student)" userId="S::seb24twu@uea.ac.uk::7be3f8db-6531-4688-947f-97c059ad5ac7" providerId="AD" clId="Web-{459EC44B-4B1B-BE65-318B-0D481D027654}" dt="2025-06-12T09:46:42.404" v="4"/>
      <pc:docMkLst>
        <pc:docMk/>
      </pc:docMkLst>
      <pc:sldChg chg="ord">
        <pc:chgData name="Muhammad Khurram (CMP - Student)" userId="S::seb24twu@uea.ac.uk::7be3f8db-6531-4688-947f-97c059ad5ac7" providerId="AD" clId="Web-{459EC44B-4B1B-BE65-318B-0D481D027654}" dt="2025-06-12T09:46:35.920" v="3"/>
        <pc:sldMkLst>
          <pc:docMk/>
          <pc:sldMk cId="773504173" sldId="278"/>
        </pc:sldMkLst>
      </pc:sldChg>
      <pc:sldChg chg="new del">
        <pc:chgData name="Muhammad Khurram (CMP - Student)" userId="S::seb24twu@uea.ac.uk::7be3f8db-6531-4688-947f-97c059ad5ac7" providerId="AD" clId="Web-{459EC44B-4B1B-BE65-318B-0D481D027654}" dt="2025-06-12T09:46:42.404" v="4"/>
        <pc:sldMkLst>
          <pc:docMk/>
          <pc:sldMk cId="3813907708" sldId="279"/>
        </pc:sldMkLst>
      </pc:sldChg>
      <pc:sldChg chg="new del">
        <pc:chgData name="Muhammad Khurram (CMP - Student)" userId="S::seb24twu@uea.ac.uk::7be3f8db-6531-4688-947f-97c059ad5ac7" providerId="AD" clId="Web-{459EC44B-4B1B-BE65-318B-0D481D027654}" dt="2025-06-12T09:46:18.310" v="1"/>
        <pc:sldMkLst>
          <pc:docMk/>
          <pc:sldMk cId="3903119679" sldId="279"/>
        </pc:sldMkLst>
      </pc:sldChg>
    </pc:docChg>
  </pc:docChgLst>
  <pc:docChgLst>
    <pc:chgData name="Oliver Brightwell (CMP - Student)" userId="S::byp24nyu@uea.ac.uk::494d90a1-2796-4c7e-83a8-4032cec42316" providerId="AD" clId="Web-{131CF2F2-BE45-E32A-0D98-C4D32CC38CE8}"/>
    <pc:docChg chg="delSld modSld sldOrd">
      <pc:chgData name="Oliver Brightwell (CMP - Student)" userId="S::byp24nyu@uea.ac.uk::494d90a1-2796-4c7e-83a8-4032cec42316" providerId="AD" clId="Web-{131CF2F2-BE45-E32A-0D98-C4D32CC38CE8}" dt="2025-06-09T15:19:26.333" v="557" actId="20577"/>
      <pc:docMkLst>
        <pc:docMk/>
      </pc:docMkLst>
      <pc:sldChg chg="modSp">
        <pc:chgData name="Oliver Brightwell (CMP - Student)" userId="S::byp24nyu@uea.ac.uk::494d90a1-2796-4c7e-83a8-4032cec42316" providerId="AD" clId="Web-{131CF2F2-BE45-E32A-0D98-C4D32CC38CE8}" dt="2025-06-09T14:25:43.972" v="381" actId="20577"/>
        <pc:sldMkLst>
          <pc:docMk/>
          <pc:sldMk cId="663325976" sldId="257"/>
        </pc:sldMkLst>
        <pc:spChg chg="mod">
          <ac:chgData name="Oliver Brightwell (CMP - Student)" userId="S::byp24nyu@uea.ac.uk::494d90a1-2796-4c7e-83a8-4032cec42316" providerId="AD" clId="Web-{131CF2F2-BE45-E32A-0D98-C4D32CC38CE8}" dt="2025-06-09T14:21:34.143" v="376" actId="1076"/>
          <ac:spMkLst>
            <pc:docMk/>
            <pc:sldMk cId="663325976" sldId="257"/>
            <ac:spMk id="2" creationId="{E9BE30DD-5169-C702-FBFE-A48E88E321DA}"/>
          </ac:spMkLst>
        </pc:spChg>
        <pc:spChg chg="mod">
          <ac:chgData name="Oliver Brightwell (CMP - Student)" userId="S::byp24nyu@uea.ac.uk::494d90a1-2796-4c7e-83a8-4032cec42316" providerId="AD" clId="Web-{131CF2F2-BE45-E32A-0D98-C4D32CC38CE8}" dt="2025-06-09T14:25:43.972" v="381" actId="20577"/>
          <ac:spMkLst>
            <pc:docMk/>
            <pc:sldMk cId="663325976" sldId="257"/>
            <ac:spMk id="4" creationId="{B54B1898-32D9-F9ED-CE3C-912B0864484A}"/>
          </ac:spMkLst>
        </pc:spChg>
      </pc:sldChg>
      <pc:sldChg chg="addSp delSp modSp">
        <pc:chgData name="Oliver Brightwell (CMP - Student)" userId="S::byp24nyu@uea.ac.uk::494d90a1-2796-4c7e-83a8-4032cec42316" providerId="AD" clId="Web-{131CF2F2-BE45-E32A-0D98-C4D32CC38CE8}" dt="2025-06-09T15:19:26.333" v="557" actId="20577"/>
        <pc:sldMkLst>
          <pc:docMk/>
          <pc:sldMk cId="2065704344" sldId="258"/>
        </pc:sldMkLst>
        <pc:spChg chg="mod">
          <ac:chgData name="Oliver Brightwell (CMP - Student)" userId="S::byp24nyu@uea.ac.uk::494d90a1-2796-4c7e-83a8-4032cec42316" providerId="AD" clId="Web-{131CF2F2-BE45-E32A-0D98-C4D32CC38CE8}" dt="2025-06-09T15:04:56.119" v="519" actId="20577"/>
          <ac:spMkLst>
            <pc:docMk/>
            <pc:sldMk cId="2065704344" sldId="258"/>
            <ac:spMk id="2" creationId="{7E87C260-5878-4930-F483-98E7F38D8C62}"/>
          </ac:spMkLst>
        </pc:spChg>
        <pc:spChg chg="mod">
          <ac:chgData name="Oliver Brightwell (CMP - Student)" userId="S::byp24nyu@uea.ac.uk::494d90a1-2796-4c7e-83a8-4032cec42316" providerId="AD" clId="Web-{131CF2F2-BE45-E32A-0D98-C4D32CC38CE8}" dt="2025-06-09T15:19:26.333" v="557" actId="20577"/>
          <ac:spMkLst>
            <pc:docMk/>
            <pc:sldMk cId="2065704344" sldId="258"/>
            <ac:spMk id="3" creationId="{4A324A31-B376-B222-A354-5C8DAFA7FFB2}"/>
          </ac:spMkLst>
        </pc:spChg>
        <pc:spChg chg="add mod">
          <ac:chgData name="Oliver Brightwell (CMP - Student)" userId="S::byp24nyu@uea.ac.uk::494d90a1-2796-4c7e-83a8-4032cec42316" providerId="AD" clId="Web-{131CF2F2-BE45-E32A-0D98-C4D32CC38CE8}" dt="2025-06-09T15:08:52.923" v="550" actId="1076"/>
          <ac:spMkLst>
            <pc:docMk/>
            <pc:sldMk cId="2065704344" sldId="258"/>
            <ac:spMk id="8" creationId="{20D13503-437B-76E8-FED0-997397D5462F}"/>
          </ac:spMkLst>
        </pc:spChg>
        <pc:graphicFrameChg chg="add">
          <ac:chgData name="Oliver Brightwell (CMP - Student)" userId="S::byp24nyu@uea.ac.uk::494d90a1-2796-4c7e-83a8-4032cec42316" providerId="AD" clId="Web-{131CF2F2-BE45-E32A-0D98-C4D32CC38CE8}" dt="2025-06-09T14:18:05.316" v="298"/>
          <ac:graphicFrameMkLst>
            <pc:docMk/>
            <pc:sldMk cId="2065704344" sldId="258"/>
            <ac:graphicFrameMk id="5" creationId="{91314A19-E36D-C3A3-3A15-431BB6509838}"/>
          </ac:graphicFrameMkLst>
        </pc:graphicFrameChg>
        <pc:graphicFrameChg chg="add mod modGraphic">
          <ac:chgData name="Oliver Brightwell (CMP - Student)" userId="S::byp24nyu@uea.ac.uk::494d90a1-2796-4c7e-83a8-4032cec42316" providerId="AD" clId="Web-{131CF2F2-BE45-E32A-0D98-C4D32CC38CE8}" dt="2025-06-09T15:08:50.142" v="549" actId="1076"/>
          <ac:graphicFrameMkLst>
            <pc:docMk/>
            <pc:sldMk cId="2065704344" sldId="258"/>
            <ac:graphicFrameMk id="7" creationId="{43680347-98B9-8CE0-A056-EB000A23F5A4}"/>
          </ac:graphicFrameMkLst>
        </pc:graphicFrameChg>
      </pc:sldChg>
      <pc:sldChg chg="addSp modSp">
        <pc:chgData name="Oliver Brightwell (CMP - Student)" userId="S::byp24nyu@uea.ac.uk::494d90a1-2796-4c7e-83a8-4032cec42316" providerId="AD" clId="Web-{131CF2F2-BE45-E32A-0D98-C4D32CC38CE8}" dt="2025-06-09T15:04:11.993" v="517"/>
        <pc:sldMkLst>
          <pc:docMk/>
          <pc:sldMk cId="3420665335" sldId="259"/>
        </pc:sldMkLst>
        <pc:spChg chg="mod">
          <ac:chgData name="Oliver Brightwell (CMP - Student)" userId="S::byp24nyu@uea.ac.uk::494d90a1-2796-4c7e-83a8-4032cec42316" providerId="AD" clId="Web-{131CF2F2-BE45-E32A-0D98-C4D32CC38CE8}" dt="2025-06-09T14:26:59.118" v="394" actId="20577"/>
          <ac:spMkLst>
            <pc:docMk/>
            <pc:sldMk cId="3420665335" sldId="259"/>
            <ac:spMk id="3" creationId="{E248967A-DECA-B508-7912-A2AFCEBA6820}"/>
          </ac:spMkLst>
        </pc:spChg>
        <pc:spChg chg="add mod">
          <ac:chgData name="Oliver Brightwell (CMP - Student)" userId="S::byp24nyu@uea.ac.uk::494d90a1-2796-4c7e-83a8-4032cec42316" providerId="AD" clId="Web-{131CF2F2-BE45-E32A-0D98-C4D32CC38CE8}" dt="2025-06-09T15:02:39.178" v="504" actId="20577"/>
          <ac:spMkLst>
            <pc:docMk/>
            <pc:sldMk cId="3420665335" sldId="259"/>
            <ac:spMk id="4" creationId="{E9990C44-1A5A-36D7-BAD2-20E71A8B825B}"/>
          </ac:spMkLst>
        </pc:spChg>
        <pc:spChg chg="add mod">
          <ac:chgData name="Oliver Brightwell (CMP - Student)" userId="S::byp24nyu@uea.ac.uk::494d90a1-2796-4c7e-83a8-4032cec42316" providerId="AD" clId="Web-{131CF2F2-BE45-E32A-0D98-C4D32CC38CE8}" dt="2025-06-09T15:04:11.993" v="517"/>
          <ac:spMkLst>
            <pc:docMk/>
            <pc:sldMk cId="3420665335" sldId="259"/>
            <ac:spMk id="5" creationId="{F4C75EEB-DEC4-21E0-E77F-0875423FAEF5}"/>
          </ac:spMkLst>
        </pc:spChg>
      </pc:sldChg>
      <pc:sldChg chg="ord">
        <pc:chgData name="Oliver Brightwell (CMP - Student)" userId="S::byp24nyu@uea.ac.uk::494d90a1-2796-4c7e-83a8-4032cec42316" providerId="AD" clId="Web-{131CF2F2-BE45-E32A-0D98-C4D32CC38CE8}" dt="2025-06-09T14:26:33.163" v="384"/>
        <pc:sldMkLst>
          <pc:docMk/>
          <pc:sldMk cId="2212475136" sldId="261"/>
        </pc:sldMkLst>
      </pc:sldChg>
      <pc:sldChg chg="delSp del">
        <pc:chgData name="Oliver Brightwell (CMP - Student)" userId="S::byp24nyu@uea.ac.uk::494d90a1-2796-4c7e-83a8-4032cec42316" providerId="AD" clId="Web-{131CF2F2-BE45-E32A-0D98-C4D32CC38CE8}" dt="2025-06-09T14:18:28.287" v="304"/>
        <pc:sldMkLst>
          <pc:docMk/>
          <pc:sldMk cId="2387283399" sldId="262"/>
        </pc:sldMkLst>
        <pc:graphicFrameChg chg="del">
          <ac:chgData name="Oliver Brightwell (CMP - Student)" userId="S::byp24nyu@uea.ac.uk::494d90a1-2796-4c7e-83a8-4032cec42316" providerId="AD" clId="Web-{131CF2F2-BE45-E32A-0D98-C4D32CC38CE8}" dt="2025-06-09T14:18:01.206" v="297"/>
          <ac:graphicFrameMkLst>
            <pc:docMk/>
            <pc:sldMk cId="2387283399" sldId="262"/>
            <ac:graphicFrameMk id="4" creationId="{91314A19-E36D-C3A3-3A15-431BB6509838}"/>
          </ac:graphicFrameMkLst>
        </pc:graphicFrameChg>
      </pc:sldChg>
      <pc:sldChg chg="modSp">
        <pc:chgData name="Oliver Brightwell (CMP - Student)" userId="S::byp24nyu@uea.ac.uk::494d90a1-2796-4c7e-83a8-4032cec42316" providerId="AD" clId="Web-{131CF2F2-BE45-E32A-0D98-C4D32CC38CE8}" dt="2025-06-09T14:24:12.622" v="377" actId="1076"/>
        <pc:sldMkLst>
          <pc:docMk/>
          <pc:sldMk cId="2662372787" sldId="263"/>
        </pc:sldMkLst>
        <pc:spChg chg="mod">
          <ac:chgData name="Oliver Brightwell (CMP - Student)" userId="S::byp24nyu@uea.ac.uk::494d90a1-2796-4c7e-83a8-4032cec42316" providerId="AD" clId="Web-{131CF2F2-BE45-E32A-0D98-C4D32CC38CE8}" dt="2025-06-09T14:24:12.622" v="377" actId="1076"/>
          <ac:spMkLst>
            <pc:docMk/>
            <pc:sldMk cId="2662372787" sldId="263"/>
            <ac:spMk id="3" creationId="{D6C37785-CD89-2B46-B6BC-112EE2D801EA}"/>
          </ac:spMkLst>
        </pc:spChg>
      </pc:sldChg>
      <pc:sldChg chg="modSp">
        <pc:chgData name="Oliver Brightwell (CMP - Student)" userId="S::byp24nyu@uea.ac.uk::494d90a1-2796-4c7e-83a8-4032cec42316" providerId="AD" clId="Web-{131CF2F2-BE45-E32A-0D98-C4D32CC38CE8}" dt="2025-06-09T14:53:44.850" v="493"/>
        <pc:sldMkLst>
          <pc:docMk/>
          <pc:sldMk cId="2639787824" sldId="264"/>
        </pc:sldMkLst>
        <pc:graphicFrameChg chg="mod modGraphic">
          <ac:chgData name="Oliver Brightwell (CMP - Student)" userId="S::byp24nyu@uea.ac.uk::494d90a1-2796-4c7e-83a8-4032cec42316" providerId="AD" clId="Web-{131CF2F2-BE45-E32A-0D98-C4D32CC38CE8}" dt="2025-06-09T14:53:44.850" v="493"/>
          <ac:graphicFrameMkLst>
            <pc:docMk/>
            <pc:sldMk cId="2639787824" sldId="264"/>
            <ac:graphicFrameMk id="5" creationId="{29F55F47-1436-EC3F-9C3D-7BFE43E7C3A4}"/>
          </ac:graphicFrameMkLst>
        </pc:graphicFrameChg>
      </pc:sldChg>
      <pc:sldChg chg="addSp delSp modSp del ord">
        <pc:chgData name="Oliver Brightwell (CMP - Student)" userId="S::byp24nyu@uea.ac.uk::494d90a1-2796-4c7e-83a8-4032cec42316" providerId="AD" clId="Web-{131CF2F2-BE45-E32A-0D98-C4D32CC38CE8}" dt="2025-06-09T14:19:31.837" v="332"/>
        <pc:sldMkLst>
          <pc:docMk/>
          <pc:sldMk cId="603530141" sldId="266"/>
        </pc:sldMkLst>
        <pc:spChg chg="mod">
          <ac:chgData name="Oliver Brightwell (CMP - Student)" userId="S::byp24nyu@uea.ac.uk::494d90a1-2796-4c7e-83a8-4032cec42316" providerId="AD" clId="Web-{131CF2F2-BE45-E32A-0D98-C4D32CC38CE8}" dt="2025-06-09T14:08:00.900" v="11" actId="20577"/>
          <ac:spMkLst>
            <pc:docMk/>
            <pc:sldMk cId="603530141" sldId="266"/>
            <ac:spMk id="2" creationId="{2F385C86-F671-38C9-9301-47C9E5B1743D}"/>
          </ac:spMkLst>
        </pc:spChg>
        <pc:spChg chg="add mod">
          <ac:chgData name="Oliver Brightwell (CMP - Student)" userId="S::byp24nyu@uea.ac.uk::494d90a1-2796-4c7e-83a8-4032cec42316" providerId="AD" clId="Web-{131CF2F2-BE45-E32A-0D98-C4D32CC38CE8}" dt="2025-06-09T14:09:37.141" v="51" actId="20577"/>
          <ac:spMkLst>
            <pc:docMk/>
            <pc:sldMk cId="603530141" sldId="266"/>
            <ac:spMk id="3" creationId="{DBB7896F-7C45-7225-EB5B-371DB8FCF802}"/>
          </ac:spMkLst>
        </pc:spChg>
        <pc:spChg chg="add mod">
          <ac:chgData name="Oliver Brightwell (CMP - Student)" userId="S::byp24nyu@uea.ac.uk::494d90a1-2796-4c7e-83a8-4032cec42316" providerId="AD" clId="Web-{131CF2F2-BE45-E32A-0D98-C4D32CC38CE8}" dt="2025-06-09T14:12:44.341" v="136" actId="1076"/>
          <ac:spMkLst>
            <pc:docMk/>
            <pc:sldMk cId="603530141" sldId="266"/>
            <ac:spMk id="5" creationId="{6E00380C-C5BB-16E7-1F75-7181D36B6483}"/>
          </ac:spMkLst>
        </pc:spChg>
        <pc:spChg chg="add del mod">
          <ac:chgData name="Oliver Brightwell (CMP - Student)" userId="S::byp24nyu@uea.ac.uk::494d90a1-2796-4c7e-83a8-4032cec42316" providerId="AD" clId="Web-{131CF2F2-BE45-E32A-0D98-C4D32CC38CE8}" dt="2025-06-09T14:10:28.472" v="90"/>
          <ac:spMkLst>
            <pc:docMk/>
            <pc:sldMk cId="603530141" sldId="266"/>
            <ac:spMk id="7" creationId="{572440EB-3F00-11F9-F4F4-CE24580651EF}"/>
          </ac:spMkLst>
        </pc:spChg>
        <pc:graphicFrameChg chg="del mod modGraphic">
          <ac:chgData name="Oliver Brightwell (CMP - Student)" userId="S::byp24nyu@uea.ac.uk::494d90a1-2796-4c7e-83a8-4032cec42316" providerId="AD" clId="Web-{131CF2F2-BE45-E32A-0D98-C4D32CC38CE8}" dt="2025-06-09T14:10:22.941" v="89"/>
          <ac:graphicFrameMkLst>
            <pc:docMk/>
            <pc:sldMk cId="603530141" sldId="266"/>
            <ac:graphicFrameMk id="4" creationId="{5884738D-5279-0A1E-52EC-3BBF35CBCC84}"/>
          </ac:graphicFrameMkLst>
        </pc:graphicFrameChg>
      </pc:sldChg>
      <pc:sldChg chg="modSp del">
        <pc:chgData name="Oliver Brightwell (CMP - Student)" userId="S::byp24nyu@uea.ac.uk::494d90a1-2796-4c7e-83a8-4032cec42316" providerId="AD" clId="Web-{131CF2F2-BE45-E32A-0D98-C4D32CC38CE8}" dt="2025-06-09T14:20:59.718" v="375"/>
        <pc:sldMkLst>
          <pc:docMk/>
          <pc:sldMk cId="3173720942" sldId="268"/>
        </pc:sldMkLst>
        <pc:graphicFrameChg chg="mod modGraphic">
          <ac:chgData name="Oliver Brightwell (CMP - Student)" userId="S::byp24nyu@uea.ac.uk::494d90a1-2796-4c7e-83a8-4032cec42316" providerId="AD" clId="Web-{131CF2F2-BE45-E32A-0D98-C4D32CC38CE8}" dt="2025-06-09T14:12:39.731" v="134"/>
          <ac:graphicFrameMkLst>
            <pc:docMk/>
            <pc:sldMk cId="3173720942" sldId="268"/>
            <ac:graphicFrameMk id="4" creationId="{69161005-391F-7214-19B7-CB14E032A787}"/>
          </ac:graphicFrameMkLst>
        </pc:graphicFrameChg>
      </pc:sldChg>
    </pc:docChg>
  </pc:docChgLst>
  <pc:docChgLst>
    <pc:chgData name="Benedict Ward (CMP - Student)" userId="S::bjj24bdu@uea.ac.uk::d714e64b-4824-483c-8e9c-b2b7d5f1aa5d" providerId="AD" clId="Web-{2F1A87ED-CC6F-845E-AA4D-76740FA2F891}"/>
    <pc:docChg chg="modSld">
      <pc:chgData name="Benedict Ward (CMP - Student)" userId="S::bjj24bdu@uea.ac.uk::d714e64b-4824-483c-8e9c-b2b7d5f1aa5d" providerId="AD" clId="Web-{2F1A87ED-CC6F-845E-AA4D-76740FA2F891}" dt="2025-06-11T12:59:59.733" v="3" actId="1076"/>
      <pc:docMkLst>
        <pc:docMk/>
      </pc:docMkLst>
      <pc:sldChg chg="addSp delSp modSp">
        <pc:chgData name="Benedict Ward (CMP - Student)" userId="S::bjj24bdu@uea.ac.uk::d714e64b-4824-483c-8e9c-b2b7d5f1aa5d" providerId="AD" clId="Web-{2F1A87ED-CC6F-845E-AA4D-76740FA2F891}" dt="2025-06-11T12:59:59.733" v="3" actId="1076"/>
        <pc:sldMkLst>
          <pc:docMk/>
          <pc:sldMk cId="287634607" sldId="260"/>
        </pc:sldMkLst>
        <pc:spChg chg="del">
          <ac:chgData name="Benedict Ward (CMP - Student)" userId="S::bjj24bdu@uea.ac.uk::d714e64b-4824-483c-8e9c-b2b7d5f1aa5d" providerId="AD" clId="Web-{2F1A87ED-CC6F-845E-AA4D-76740FA2F891}" dt="2025-06-11T12:59:47.920" v="0"/>
          <ac:spMkLst>
            <pc:docMk/>
            <pc:sldMk cId="287634607" sldId="260"/>
            <ac:spMk id="3" creationId="{C0F47385-524B-E491-034C-99B38E905947}"/>
          </ac:spMkLst>
        </pc:spChg>
        <pc:picChg chg="add mod ord">
          <ac:chgData name="Benedict Ward (CMP - Student)" userId="S::bjj24bdu@uea.ac.uk::d714e64b-4824-483c-8e9c-b2b7d5f1aa5d" providerId="AD" clId="Web-{2F1A87ED-CC6F-845E-AA4D-76740FA2F891}" dt="2025-06-11T12:59:59.733" v="3" actId="1076"/>
          <ac:picMkLst>
            <pc:docMk/>
            <pc:sldMk cId="287634607" sldId="260"/>
            <ac:picMk id="4" creationId="{F79ECB2F-4CB0-7E40-B27E-C7D6E4E05EF8}"/>
          </ac:picMkLst>
        </pc:picChg>
      </pc:sldChg>
    </pc:docChg>
  </pc:docChgLst>
  <pc:docChgLst>
    <pc:chgData name="Muhammad Khurram (CMP - Student)" userId="S::seb24twu@uea.ac.uk::7be3f8db-6531-4688-947f-97c059ad5ac7" providerId="AD" clId="Web-{5D1DD02B-07DA-AAD3-6DD4-75C04A1418BA}"/>
    <pc:docChg chg="modSld">
      <pc:chgData name="Muhammad Khurram (CMP - Student)" userId="S::seb24twu@uea.ac.uk::7be3f8db-6531-4688-947f-97c059ad5ac7" providerId="AD" clId="Web-{5D1DD02B-07DA-AAD3-6DD4-75C04A1418BA}" dt="2025-06-10T18:48:58.627" v="5"/>
      <pc:docMkLst>
        <pc:docMk/>
      </pc:docMkLst>
      <pc:sldChg chg="addSp delSp modSp">
        <pc:chgData name="Muhammad Khurram (CMP - Student)" userId="S::seb24twu@uea.ac.uk::7be3f8db-6531-4688-947f-97c059ad5ac7" providerId="AD" clId="Web-{5D1DD02B-07DA-AAD3-6DD4-75C04A1418BA}" dt="2025-06-10T18:48:58.627" v="5"/>
        <pc:sldMkLst>
          <pc:docMk/>
          <pc:sldMk cId="2832290272" sldId="272"/>
        </pc:sldMkLst>
        <pc:spChg chg="del">
          <ac:chgData name="Muhammad Khurram (CMP - Student)" userId="S::seb24twu@uea.ac.uk::7be3f8db-6531-4688-947f-97c059ad5ac7" providerId="AD" clId="Web-{5D1DD02B-07DA-AAD3-6DD4-75C04A1418BA}" dt="2025-06-10T18:44:55.839" v="2"/>
          <ac:spMkLst>
            <pc:docMk/>
            <pc:sldMk cId="2832290272" sldId="272"/>
            <ac:spMk id="57" creationId="{A4798C7F-C8CA-4799-BF37-3AB4642CDB66}"/>
          </ac:spMkLst>
        </pc:spChg>
        <pc:spChg chg="del">
          <ac:chgData name="Muhammad Khurram (CMP - Student)" userId="S::seb24twu@uea.ac.uk::7be3f8db-6531-4688-947f-97c059ad5ac7" providerId="AD" clId="Web-{5D1DD02B-07DA-AAD3-6DD4-75C04A1418BA}" dt="2025-06-10T18:44:55.839" v="2"/>
          <ac:spMkLst>
            <pc:docMk/>
            <pc:sldMk cId="2832290272" sldId="272"/>
            <ac:spMk id="94" creationId="{3BBF3378-C49E-4B97-A883-6393FBF18C0B}"/>
          </ac:spMkLst>
        </pc:spChg>
        <pc:spChg chg="del">
          <ac:chgData name="Muhammad Khurram (CMP - Student)" userId="S::seb24twu@uea.ac.uk::7be3f8db-6531-4688-947f-97c059ad5ac7" providerId="AD" clId="Web-{5D1DD02B-07DA-AAD3-6DD4-75C04A1418BA}" dt="2025-06-10T18:44:55.839" v="2"/>
          <ac:spMkLst>
            <pc:docMk/>
            <pc:sldMk cId="2832290272" sldId="272"/>
            <ac:spMk id="127" creationId="{EB68BB96-3C54-47CE-A559-16FC5968EE9F}"/>
          </ac:spMkLst>
        </pc:spChg>
        <pc:spChg chg="del">
          <ac:chgData name="Muhammad Khurram (CMP - Student)" userId="S::seb24twu@uea.ac.uk::7be3f8db-6531-4688-947f-97c059ad5ac7" providerId="AD" clId="Web-{5D1DD02B-07DA-AAD3-6DD4-75C04A1418BA}" dt="2025-06-10T18:44:55.839" v="2"/>
          <ac:spMkLst>
            <pc:docMk/>
            <pc:sldMk cId="2832290272" sldId="272"/>
            <ac:spMk id="160" creationId="{13B6DAC6-0186-4D62-AD69-90B9C0411EA3}"/>
          </ac:spMkLst>
        </pc:spChg>
        <pc:spChg chg="del">
          <ac:chgData name="Muhammad Khurram (CMP - Student)" userId="S::seb24twu@uea.ac.uk::7be3f8db-6531-4688-947f-97c059ad5ac7" providerId="AD" clId="Web-{5D1DD02B-07DA-AAD3-6DD4-75C04A1418BA}" dt="2025-06-10T18:44:55.839" v="2"/>
          <ac:spMkLst>
            <pc:docMk/>
            <pc:sldMk cId="2832290272" sldId="272"/>
            <ac:spMk id="162" creationId="{BA6285CA-6AFA-4F27-AFB5-1B32CDE09B1A}"/>
          </ac:spMkLst>
        </pc:spChg>
        <pc:spChg chg="del">
          <ac:chgData name="Muhammad Khurram (CMP - Student)" userId="S::seb24twu@uea.ac.uk::7be3f8db-6531-4688-947f-97c059ad5ac7" providerId="AD" clId="Web-{5D1DD02B-07DA-AAD3-6DD4-75C04A1418BA}" dt="2025-06-10T18:44:55.839" v="2"/>
          <ac:spMkLst>
            <pc:docMk/>
            <pc:sldMk cId="2832290272" sldId="272"/>
            <ac:spMk id="164" creationId="{94D786EB-944C-47D5-B631-899F4029B02E}"/>
          </ac:spMkLst>
        </pc:spChg>
        <pc:spChg chg="add">
          <ac:chgData name="Muhammad Khurram (CMP - Student)" userId="S::seb24twu@uea.ac.uk::7be3f8db-6531-4688-947f-97c059ad5ac7" providerId="AD" clId="Web-{5D1DD02B-07DA-AAD3-6DD4-75C04A1418BA}" dt="2025-06-10T18:44:55.839" v="2"/>
          <ac:spMkLst>
            <pc:docMk/>
            <pc:sldMk cId="2832290272" sldId="272"/>
            <ac:spMk id="202" creationId="{A4798C7F-C8CA-4799-BF37-3AB4642CDB66}"/>
          </ac:spMkLst>
        </pc:spChg>
        <pc:spChg chg="add del">
          <ac:chgData name="Muhammad Khurram (CMP - Student)" userId="S::seb24twu@uea.ac.uk::7be3f8db-6531-4688-947f-97c059ad5ac7" providerId="AD" clId="Web-{5D1DD02B-07DA-AAD3-6DD4-75C04A1418BA}" dt="2025-06-10T18:48:58.627" v="5"/>
          <ac:spMkLst>
            <pc:docMk/>
            <pc:sldMk cId="2832290272" sldId="272"/>
            <ac:spMk id="235" creationId="{216BB147-20D5-4D93-BDA5-1BC614D6A4B2}"/>
          </ac:spMkLst>
        </pc:spChg>
        <pc:spChg chg="add del">
          <ac:chgData name="Muhammad Khurram (CMP - Student)" userId="S::seb24twu@uea.ac.uk::7be3f8db-6531-4688-947f-97c059ad5ac7" providerId="AD" clId="Web-{5D1DD02B-07DA-AAD3-6DD4-75C04A1418BA}" dt="2025-06-10T18:48:58.627" v="5"/>
          <ac:spMkLst>
            <pc:docMk/>
            <pc:sldMk cId="2832290272" sldId="272"/>
            <ac:spMk id="237" creationId="{0A253F60-DE40-4508-A37A-61331DF1DD5D}"/>
          </ac:spMkLst>
        </pc:spChg>
        <pc:spChg chg="add del">
          <ac:chgData name="Muhammad Khurram (CMP - Student)" userId="S::seb24twu@uea.ac.uk::7be3f8db-6531-4688-947f-97c059ad5ac7" providerId="AD" clId="Web-{5D1DD02B-07DA-AAD3-6DD4-75C04A1418BA}" dt="2025-06-10T18:48:58.627" v="5"/>
          <ac:spMkLst>
            <pc:docMk/>
            <pc:sldMk cId="2832290272" sldId="272"/>
            <ac:spMk id="239" creationId="{3BBF3378-C49E-4B97-A883-6393FBF18C0B}"/>
          </ac:spMkLst>
        </pc:spChg>
        <pc:spChg chg="add">
          <ac:chgData name="Muhammad Khurram (CMP - Student)" userId="S::seb24twu@uea.ac.uk::7be3f8db-6531-4688-947f-97c059ad5ac7" providerId="AD" clId="Web-{5D1DD02B-07DA-AAD3-6DD4-75C04A1418BA}" dt="2025-06-10T18:48:58.627" v="5"/>
          <ac:spMkLst>
            <pc:docMk/>
            <pc:sldMk cId="2832290272" sldId="272"/>
            <ac:spMk id="347" creationId="{A4798C7F-C8CA-4799-BF37-3AB4642CDB66}"/>
          </ac:spMkLst>
        </pc:spChg>
        <pc:spChg chg="add">
          <ac:chgData name="Muhammad Khurram (CMP - Student)" userId="S::seb24twu@uea.ac.uk::7be3f8db-6531-4688-947f-97c059ad5ac7" providerId="AD" clId="Web-{5D1DD02B-07DA-AAD3-6DD4-75C04A1418BA}" dt="2025-06-10T18:48:58.627" v="5"/>
          <ac:spMkLst>
            <pc:docMk/>
            <pc:sldMk cId="2832290272" sldId="272"/>
            <ac:spMk id="380" creationId="{216BB147-20D5-4D93-BDA5-1BC614D6A4B2}"/>
          </ac:spMkLst>
        </pc:spChg>
        <pc:spChg chg="add">
          <ac:chgData name="Muhammad Khurram (CMP - Student)" userId="S::seb24twu@uea.ac.uk::7be3f8db-6531-4688-947f-97c059ad5ac7" providerId="AD" clId="Web-{5D1DD02B-07DA-AAD3-6DD4-75C04A1418BA}" dt="2025-06-10T18:48:58.627" v="5"/>
          <ac:spMkLst>
            <pc:docMk/>
            <pc:sldMk cId="2832290272" sldId="272"/>
            <ac:spMk id="384" creationId="{3BBF3378-C49E-4B97-A883-6393FBF18C0B}"/>
          </ac:spMkLst>
        </pc:spChg>
        <pc:spChg chg="add">
          <ac:chgData name="Muhammad Khurram (CMP - Student)" userId="S::seb24twu@uea.ac.uk::7be3f8db-6531-4688-947f-97c059ad5ac7" providerId="AD" clId="Web-{5D1DD02B-07DA-AAD3-6DD4-75C04A1418BA}" dt="2025-06-10T18:48:58.627" v="5"/>
          <ac:spMkLst>
            <pc:docMk/>
            <pc:sldMk cId="2832290272" sldId="272"/>
            <ac:spMk id="450" creationId="{13B6DAC6-0186-4D62-AD69-90B9C0411EA3}"/>
          </ac:spMkLst>
        </pc:spChg>
        <pc:spChg chg="add">
          <ac:chgData name="Muhammad Khurram (CMP - Student)" userId="S::seb24twu@uea.ac.uk::7be3f8db-6531-4688-947f-97c059ad5ac7" providerId="AD" clId="Web-{5D1DD02B-07DA-AAD3-6DD4-75C04A1418BA}" dt="2025-06-10T18:48:58.627" v="5"/>
          <ac:spMkLst>
            <pc:docMk/>
            <pc:sldMk cId="2832290272" sldId="272"/>
            <ac:spMk id="452" creationId="{BA6285CA-6AFA-4F27-AFB5-1B32CDE09B1A}"/>
          </ac:spMkLst>
        </pc:spChg>
        <pc:spChg chg="add">
          <ac:chgData name="Muhammad Khurram (CMP - Student)" userId="S::seb24twu@uea.ac.uk::7be3f8db-6531-4688-947f-97c059ad5ac7" providerId="AD" clId="Web-{5D1DD02B-07DA-AAD3-6DD4-75C04A1418BA}" dt="2025-06-10T18:48:58.627" v="5"/>
          <ac:spMkLst>
            <pc:docMk/>
            <pc:sldMk cId="2832290272" sldId="272"/>
            <ac:spMk id="454" creationId="{94D786EB-944C-47D5-B631-899F4029B02E}"/>
          </ac:spMkLst>
        </pc:spChg>
        <pc:spChg chg="add">
          <ac:chgData name="Muhammad Khurram (CMP - Student)" userId="S::seb24twu@uea.ac.uk::7be3f8db-6531-4688-947f-97c059ad5ac7" providerId="AD" clId="Web-{5D1DD02B-07DA-AAD3-6DD4-75C04A1418BA}" dt="2025-06-10T18:48:58.627" v="5"/>
          <ac:spMkLst>
            <pc:docMk/>
            <pc:sldMk cId="2832290272" sldId="272"/>
            <ac:spMk id="456" creationId="{41FB6F01-9581-4ED4-833E-048E9F3C8BEA}"/>
          </ac:spMkLst>
        </pc:spChg>
        <pc:picChg chg="add del mod">
          <ac:chgData name="Muhammad Khurram (CMP - Student)" userId="S::seb24twu@uea.ac.uk::7be3f8db-6531-4688-947f-97c059ad5ac7" providerId="AD" clId="Web-{5D1DD02B-07DA-AAD3-6DD4-75C04A1418BA}" dt="2025-06-10T18:48:55.408" v="4"/>
          <ac:picMkLst>
            <pc:docMk/>
            <pc:sldMk cId="2832290272" sldId="272"/>
            <ac:picMk id="3" creationId="{F46C7123-6730-8E55-272C-672B0C19BFE0}"/>
          </ac:picMkLst>
        </pc:picChg>
        <pc:picChg chg="add mod">
          <ac:chgData name="Muhammad Khurram (CMP - Student)" userId="S::seb24twu@uea.ac.uk::7be3f8db-6531-4688-947f-97c059ad5ac7" providerId="AD" clId="Web-{5D1DD02B-07DA-AAD3-6DD4-75C04A1418BA}" dt="2025-06-10T18:48:53.330" v="3"/>
          <ac:picMkLst>
            <pc:docMk/>
            <pc:sldMk cId="2832290272" sldId="272"/>
            <ac:picMk id="4" creationId="{4E494A03-5304-9087-1EB1-51D4B41D7B48}"/>
          </ac:picMkLst>
        </pc:picChg>
        <pc:picChg chg="del">
          <ac:chgData name="Muhammad Khurram (CMP - Student)" userId="S::seb24twu@uea.ac.uk::7be3f8db-6531-4688-947f-97c059ad5ac7" providerId="AD" clId="Web-{5D1DD02B-07DA-AAD3-6DD4-75C04A1418BA}" dt="2025-06-10T18:44:23.494" v="0"/>
          <ac:picMkLst>
            <pc:docMk/>
            <pc:sldMk cId="2832290272" sldId="272"/>
            <ac:picMk id="5" creationId="{DD4EA4E9-9F74-1064-DB70-FAEB83D49373}"/>
          </ac:picMkLst>
        </pc:picChg>
      </pc:sldChg>
    </pc:docChg>
  </pc:docChgLst>
  <pc:docChgLst>
    <pc:chgData name="Oliver Brightwell (CMP - Student)" userId="S::byp24nyu@uea.ac.uk::494d90a1-2796-4c7e-83a8-4032cec42316" providerId="AD" clId="Web-{0C94D504-EAE6-866B-4283-9D0BFE97E35E}"/>
    <pc:docChg chg="modSld">
      <pc:chgData name="Oliver Brightwell (CMP - Student)" userId="S::byp24nyu@uea.ac.uk::494d90a1-2796-4c7e-83a8-4032cec42316" providerId="AD" clId="Web-{0C94D504-EAE6-866B-4283-9D0BFE97E35E}" dt="2025-06-06T15:19:22.692" v="0" actId="20577"/>
      <pc:docMkLst>
        <pc:docMk/>
      </pc:docMkLst>
      <pc:sldChg chg="modSp">
        <pc:chgData name="Oliver Brightwell (CMP - Student)" userId="S::byp24nyu@uea.ac.uk::494d90a1-2796-4c7e-83a8-4032cec42316" providerId="AD" clId="Web-{0C94D504-EAE6-866B-4283-9D0BFE97E35E}" dt="2025-06-06T15:19:22.692" v="0" actId="20577"/>
        <pc:sldMkLst>
          <pc:docMk/>
          <pc:sldMk cId="109857222" sldId="256"/>
        </pc:sldMkLst>
        <pc:spChg chg="mod">
          <ac:chgData name="Oliver Brightwell (CMP - Student)" userId="S::byp24nyu@uea.ac.uk::494d90a1-2796-4c7e-83a8-4032cec42316" providerId="AD" clId="Web-{0C94D504-EAE6-866B-4283-9D0BFE97E35E}" dt="2025-06-06T15:19:22.692" v="0" actId="20577"/>
          <ac:spMkLst>
            <pc:docMk/>
            <pc:sldMk cId="109857222" sldId="256"/>
            <ac:spMk id="3" creationId="{00000000-0000-0000-0000-000000000000}"/>
          </ac:spMkLst>
        </pc:spChg>
      </pc:sldChg>
    </pc:docChg>
  </pc:docChgLst>
  <pc:docChgLst>
    <pc:chgData name="Oliver Brightwell (CMP - Student)" userId="S::byp24nyu@uea.ac.uk::494d90a1-2796-4c7e-83a8-4032cec42316" providerId="AD" clId="Web-{A608D8B2-C757-05D9-0811-1CB5B2FC6EF0}"/>
    <pc:docChg chg="addSld modSld sldOrd">
      <pc:chgData name="Oliver Brightwell (CMP - Student)" userId="S::byp24nyu@uea.ac.uk::494d90a1-2796-4c7e-83a8-4032cec42316" providerId="AD" clId="Web-{A608D8B2-C757-05D9-0811-1CB5B2FC6EF0}" dt="2025-06-04T15:13:16.070" v="1416" actId="20577"/>
      <pc:docMkLst>
        <pc:docMk/>
      </pc:docMkLst>
      <pc:sldChg chg="modSp">
        <pc:chgData name="Oliver Brightwell (CMP - Student)" userId="S::byp24nyu@uea.ac.uk::494d90a1-2796-4c7e-83a8-4032cec42316" providerId="AD" clId="Web-{A608D8B2-C757-05D9-0811-1CB5B2FC6EF0}" dt="2025-06-04T14:53:53.855" v="838" actId="20577"/>
        <pc:sldMkLst>
          <pc:docMk/>
          <pc:sldMk cId="109857222" sldId="256"/>
        </pc:sldMkLst>
        <pc:spChg chg="mod">
          <ac:chgData name="Oliver Brightwell (CMP - Student)" userId="S::byp24nyu@uea.ac.uk::494d90a1-2796-4c7e-83a8-4032cec42316" providerId="AD" clId="Web-{A608D8B2-C757-05D9-0811-1CB5B2FC6EF0}" dt="2025-06-04T14:53:34.745" v="832" actId="20577"/>
          <ac:spMkLst>
            <pc:docMk/>
            <pc:sldMk cId="109857222" sldId="256"/>
            <ac:spMk id="2" creationId="{00000000-0000-0000-0000-000000000000}"/>
          </ac:spMkLst>
        </pc:spChg>
        <pc:spChg chg="mod">
          <ac:chgData name="Oliver Brightwell (CMP - Student)" userId="S::byp24nyu@uea.ac.uk::494d90a1-2796-4c7e-83a8-4032cec42316" providerId="AD" clId="Web-{A608D8B2-C757-05D9-0811-1CB5B2FC6EF0}" dt="2025-06-04T14:53:53.855" v="838" actId="20577"/>
          <ac:spMkLst>
            <pc:docMk/>
            <pc:sldMk cId="109857222" sldId="256"/>
            <ac:spMk id="3" creationId="{00000000-0000-0000-0000-000000000000}"/>
          </ac:spMkLst>
        </pc:spChg>
      </pc:sldChg>
      <pc:sldChg chg="addSp modSp new">
        <pc:chgData name="Oliver Brightwell (CMP - Student)" userId="S::byp24nyu@uea.ac.uk::494d90a1-2796-4c7e-83a8-4032cec42316" providerId="AD" clId="Web-{A608D8B2-C757-05D9-0811-1CB5B2FC6EF0}" dt="2025-06-04T14:31:30.633" v="72" actId="20577"/>
        <pc:sldMkLst>
          <pc:docMk/>
          <pc:sldMk cId="663325976" sldId="257"/>
        </pc:sldMkLst>
        <pc:spChg chg="mod">
          <ac:chgData name="Oliver Brightwell (CMP - Student)" userId="S::byp24nyu@uea.ac.uk::494d90a1-2796-4c7e-83a8-4032cec42316" providerId="AD" clId="Web-{A608D8B2-C757-05D9-0811-1CB5B2FC6EF0}" dt="2025-06-04T14:31:30.633" v="72" actId="20577"/>
          <ac:spMkLst>
            <pc:docMk/>
            <pc:sldMk cId="663325976" sldId="257"/>
            <ac:spMk id="2" creationId="{E9BE30DD-5169-C702-FBFE-A48E88E321DA}"/>
          </ac:spMkLst>
        </pc:spChg>
        <pc:spChg chg="mod">
          <ac:chgData name="Oliver Brightwell (CMP - Student)" userId="S::byp24nyu@uea.ac.uk::494d90a1-2796-4c7e-83a8-4032cec42316" providerId="AD" clId="Web-{A608D8B2-C757-05D9-0811-1CB5B2FC6EF0}" dt="2025-06-04T14:17:12.960" v="65" actId="20577"/>
          <ac:spMkLst>
            <pc:docMk/>
            <pc:sldMk cId="663325976" sldId="257"/>
            <ac:spMk id="3" creationId="{FCF1E81F-1A93-BD9B-0B28-B1F08AADB707}"/>
          </ac:spMkLst>
        </pc:spChg>
        <pc:spChg chg="add mod">
          <ac:chgData name="Oliver Brightwell (CMP - Student)" userId="S::byp24nyu@uea.ac.uk::494d90a1-2796-4c7e-83a8-4032cec42316" providerId="AD" clId="Web-{A608D8B2-C757-05D9-0811-1CB5B2FC6EF0}" dt="2025-06-04T14:17:36.257" v="71" actId="20577"/>
          <ac:spMkLst>
            <pc:docMk/>
            <pc:sldMk cId="663325976" sldId="257"/>
            <ac:spMk id="4" creationId="{B54B1898-32D9-F9ED-CE3C-912B0864484A}"/>
          </ac:spMkLst>
        </pc:spChg>
      </pc:sldChg>
      <pc:sldChg chg="modSp new modNotes">
        <pc:chgData name="Oliver Brightwell (CMP - Student)" userId="S::byp24nyu@uea.ac.uk::494d90a1-2796-4c7e-83a8-4032cec42316" providerId="AD" clId="Web-{A608D8B2-C757-05D9-0811-1CB5B2FC6EF0}" dt="2025-06-04T14:38:16.930" v="104" actId="20577"/>
        <pc:sldMkLst>
          <pc:docMk/>
          <pc:sldMk cId="2065704344" sldId="258"/>
        </pc:sldMkLst>
        <pc:spChg chg="mod">
          <ac:chgData name="Oliver Brightwell (CMP - Student)" userId="S::byp24nyu@uea.ac.uk::494d90a1-2796-4c7e-83a8-4032cec42316" providerId="AD" clId="Web-{A608D8B2-C757-05D9-0811-1CB5B2FC6EF0}" dt="2025-06-04T14:38:16.930" v="104" actId="20577"/>
          <ac:spMkLst>
            <pc:docMk/>
            <pc:sldMk cId="2065704344" sldId="258"/>
            <ac:spMk id="3" creationId="{4A324A31-B376-B222-A354-5C8DAFA7FFB2}"/>
          </ac:spMkLst>
        </pc:spChg>
      </pc:sldChg>
      <pc:sldChg chg="modSp">
        <pc:chgData name="Oliver Brightwell (CMP - Student)" userId="S::byp24nyu@uea.ac.uk::494d90a1-2796-4c7e-83a8-4032cec42316" providerId="AD" clId="Web-{A608D8B2-C757-05D9-0811-1CB5B2FC6EF0}" dt="2025-06-04T14:37:08.661" v="92" actId="20577"/>
        <pc:sldMkLst>
          <pc:docMk/>
          <pc:sldMk cId="2212475136" sldId="261"/>
        </pc:sldMkLst>
        <pc:spChg chg="mod">
          <ac:chgData name="Oliver Brightwell (CMP - Student)" userId="S::byp24nyu@uea.ac.uk::494d90a1-2796-4c7e-83a8-4032cec42316" providerId="AD" clId="Web-{A608D8B2-C757-05D9-0811-1CB5B2FC6EF0}" dt="2025-06-04T14:37:08.661" v="92" actId="20577"/>
          <ac:spMkLst>
            <pc:docMk/>
            <pc:sldMk cId="2212475136" sldId="261"/>
            <ac:spMk id="3" creationId="{3D2BE52E-D999-AB89-78E0-1155E1E42DAC}"/>
          </ac:spMkLst>
        </pc:spChg>
      </pc:sldChg>
      <pc:sldChg chg="addSp modSp ord">
        <pc:chgData name="Oliver Brightwell (CMP - Student)" userId="S::byp24nyu@uea.ac.uk::494d90a1-2796-4c7e-83a8-4032cec42316" providerId="AD" clId="Web-{A608D8B2-C757-05D9-0811-1CB5B2FC6EF0}" dt="2025-06-04T14:41:52.296" v="241"/>
        <pc:sldMkLst>
          <pc:docMk/>
          <pc:sldMk cId="2387283399" sldId="262"/>
        </pc:sldMkLst>
        <pc:spChg chg="mod">
          <ac:chgData name="Oliver Brightwell (CMP - Student)" userId="S::byp24nyu@uea.ac.uk::494d90a1-2796-4c7e-83a8-4032cec42316" providerId="AD" clId="Web-{A608D8B2-C757-05D9-0811-1CB5B2FC6EF0}" dt="2025-06-04T14:41:36.483" v="237" actId="20577"/>
          <ac:spMkLst>
            <pc:docMk/>
            <pc:sldMk cId="2387283399" sldId="262"/>
            <ac:spMk id="3" creationId="{28F0D12E-9AE8-C888-0CBC-44CC23B85187}"/>
          </ac:spMkLst>
        </pc:spChg>
        <pc:graphicFrameChg chg="add mod modGraphic">
          <ac:chgData name="Oliver Brightwell (CMP - Student)" userId="S::byp24nyu@uea.ac.uk::494d90a1-2796-4c7e-83a8-4032cec42316" providerId="AD" clId="Web-{A608D8B2-C757-05D9-0811-1CB5B2FC6EF0}" dt="2025-06-04T14:41:52.296" v="241"/>
          <ac:graphicFrameMkLst>
            <pc:docMk/>
            <pc:sldMk cId="2387283399" sldId="262"/>
            <ac:graphicFrameMk id="4" creationId="{91314A19-E36D-C3A3-3A15-431BB6509838}"/>
          </ac:graphicFrameMkLst>
        </pc:graphicFrameChg>
      </pc:sldChg>
      <pc:sldChg chg="modSp">
        <pc:chgData name="Oliver Brightwell (CMP - Student)" userId="S::byp24nyu@uea.ac.uk::494d90a1-2796-4c7e-83a8-4032cec42316" providerId="AD" clId="Web-{A608D8B2-C757-05D9-0811-1CB5B2FC6EF0}" dt="2025-06-04T14:47:12.949" v="530" actId="20577"/>
        <pc:sldMkLst>
          <pc:docMk/>
          <pc:sldMk cId="2662372787" sldId="263"/>
        </pc:sldMkLst>
        <pc:spChg chg="mod">
          <ac:chgData name="Oliver Brightwell (CMP - Student)" userId="S::byp24nyu@uea.ac.uk::494d90a1-2796-4c7e-83a8-4032cec42316" providerId="AD" clId="Web-{A608D8B2-C757-05D9-0811-1CB5B2FC6EF0}" dt="2025-06-04T14:47:12.949" v="530" actId="20577"/>
          <ac:spMkLst>
            <pc:docMk/>
            <pc:sldMk cId="2662372787" sldId="263"/>
            <ac:spMk id="3" creationId="{D6C37785-CD89-2B46-B6BC-112EE2D801EA}"/>
          </ac:spMkLst>
        </pc:spChg>
      </pc:sldChg>
      <pc:sldChg chg="addSp delSp modSp new">
        <pc:chgData name="Oliver Brightwell (CMP - Student)" userId="S::byp24nyu@uea.ac.uk::494d90a1-2796-4c7e-83a8-4032cec42316" providerId="AD" clId="Web-{A608D8B2-C757-05D9-0811-1CB5B2FC6EF0}" dt="2025-06-04T14:45:52.493" v="504"/>
        <pc:sldMkLst>
          <pc:docMk/>
          <pc:sldMk cId="2639787824" sldId="264"/>
        </pc:sldMkLst>
        <pc:spChg chg="mod">
          <ac:chgData name="Oliver Brightwell (CMP - Student)" userId="S::byp24nyu@uea.ac.uk::494d90a1-2796-4c7e-83a8-4032cec42316" providerId="AD" clId="Web-{A608D8B2-C757-05D9-0811-1CB5B2FC6EF0}" dt="2025-06-04T14:45:27.414" v="249" actId="20577"/>
          <ac:spMkLst>
            <pc:docMk/>
            <pc:sldMk cId="2639787824" sldId="264"/>
            <ac:spMk id="2" creationId="{875C0BFD-F487-0DC8-CEAB-39478669FF6D}"/>
          </ac:spMkLst>
        </pc:spChg>
        <pc:spChg chg="del">
          <ac:chgData name="Oliver Brightwell (CMP - Student)" userId="S::byp24nyu@uea.ac.uk::494d90a1-2796-4c7e-83a8-4032cec42316" providerId="AD" clId="Web-{A608D8B2-C757-05D9-0811-1CB5B2FC6EF0}" dt="2025-06-04T14:45:30.539" v="250"/>
          <ac:spMkLst>
            <pc:docMk/>
            <pc:sldMk cId="2639787824" sldId="264"/>
            <ac:spMk id="3" creationId="{600B6905-0B51-70FD-FC4C-78975080A63E}"/>
          </ac:spMkLst>
        </pc:spChg>
        <pc:graphicFrameChg chg="add mod ord modGraphic">
          <ac:chgData name="Oliver Brightwell (CMP - Student)" userId="S::byp24nyu@uea.ac.uk::494d90a1-2796-4c7e-83a8-4032cec42316" providerId="AD" clId="Web-{A608D8B2-C757-05D9-0811-1CB5B2FC6EF0}" dt="2025-06-04T14:45:52.493" v="504"/>
          <ac:graphicFrameMkLst>
            <pc:docMk/>
            <pc:sldMk cId="2639787824" sldId="264"/>
            <ac:graphicFrameMk id="5" creationId="{29F55F47-1436-EC3F-9C3D-7BFE43E7C3A4}"/>
          </ac:graphicFrameMkLst>
        </pc:graphicFrameChg>
      </pc:sldChg>
      <pc:sldChg chg="modSp new">
        <pc:chgData name="Oliver Brightwell (CMP - Student)" userId="S::byp24nyu@uea.ac.uk::494d90a1-2796-4c7e-83a8-4032cec42316" providerId="AD" clId="Web-{A608D8B2-C757-05D9-0811-1CB5B2FC6EF0}" dt="2025-06-04T14:55:15.342" v="848" actId="20577"/>
        <pc:sldMkLst>
          <pc:docMk/>
          <pc:sldMk cId="4171415334" sldId="265"/>
        </pc:sldMkLst>
        <pc:spChg chg="mod">
          <ac:chgData name="Oliver Brightwell (CMP - Student)" userId="S::byp24nyu@uea.ac.uk::494d90a1-2796-4c7e-83a8-4032cec42316" providerId="AD" clId="Web-{A608D8B2-C757-05D9-0811-1CB5B2FC6EF0}" dt="2025-06-04T14:55:15.342" v="848" actId="20577"/>
          <ac:spMkLst>
            <pc:docMk/>
            <pc:sldMk cId="4171415334" sldId="265"/>
            <ac:spMk id="2" creationId="{7F3B820A-C08F-D7EA-4897-169230D1F6B3}"/>
          </ac:spMkLst>
        </pc:spChg>
      </pc:sldChg>
      <pc:sldChg chg="addSp delSp modSp new">
        <pc:chgData name="Oliver Brightwell (CMP - Student)" userId="S::byp24nyu@uea.ac.uk::494d90a1-2796-4c7e-83a8-4032cec42316" providerId="AD" clId="Web-{A608D8B2-C757-05D9-0811-1CB5B2FC6EF0}" dt="2025-06-04T14:52:32.195" v="820"/>
        <pc:sldMkLst>
          <pc:docMk/>
          <pc:sldMk cId="603530141" sldId="266"/>
        </pc:sldMkLst>
        <pc:spChg chg="mod">
          <ac:chgData name="Oliver Brightwell (CMP - Student)" userId="S::byp24nyu@uea.ac.uk::494d90a1-2796-4c7e-83a8-4032cec42316" providerId="AD" clId="Web-{A608D8B2-C757-05D9-0811-1CB5B2FC6EF0}" dt="2025-06-04T14:48:02.576" v="536" actId="20577"/>
          <ac:spMkLst>
            <pc:docMk/>
            <pc:sldMk cId="603530141" sldId="266"/>
            <ac:spMk id="2" creationId="{2F385C86-F671-38C9-9301-47C9E5B1743D}"/>
          </ac:spMkLst>
        </pc:spChg>
        <pc:spChg chg="del">
          <ac:chgData name="Oliver Brightwell (CMP - Student)" userId="S::byp24nyu@uea.ac.uk::494d90a1-2796-4c7e-83a8-4032cec42316" providerId="AD" clId="Web-{A608D8B2-C757-05D9-0811-1CB5B2FC6EF0}" dt="2025-06-04T14:48:07.139" v="537"/>
          <ac:spMkLst>
            <pc:docMk/>
            <pc:sldMk cId="603530141" sldId="266"/>
            <ac:spMk id="3" creationId="{ACD20949-3E73-795C-C9F5-FBDF342BCB9E}"/>
          </ac:spMkLst>
        </pc:spChg>
        <pc:graphicFrameChg chg="add mod ord modGraphic">
          <ac:chgData name="Oliver Brightwell (CMP - Student)" userId="S::byp24nyu@uea.ac.uk::494d90a1-2796-4c7e-83a8-4032cec42316" providerId="AD" clId="Web-{A608D8B2-C757-05D9-0811-1CB5B2FC6EF0}" dt="2025-06-04T14:52:32.195" v="820"/>
          <ac:graphicFrameMkLst>
            <pc:docMk/>
            <pc:sldMk cId="603530141" sldId="266"/>
            <ac:graphicFrameMk id="4" creationId="{5884738D-5279-0A1E-52EC-3BBF35CBCC84}"/>
          </ac:graphicFrameMkLst>
        </pc:graphicFrameChg>
      </pc:sldChg>
      <pc:sldChg chg="modSp new">
        <pc:chgData name="Oliver Brightwell (CMP - Student)" userId="S::byp24nyu@uea.ac.uk::494d90a1-2796-4c7e-83a8-4032cec42316" providerId="AD" clId="Web-{A608D8B2-C757-05D9-0811-1CB5B2FC6EF0}" dt="2025-06-04T14:58:33.662" v="949" actId="20577"/>
        <pc:sldMkLst>
          <pc:docMk/>
          <pc:sldMk cId="1614969508" sldId="267"/>
        </pc:sldMkLst>
        <pc:spChg chg="mod">
          <ac:chgData name="Oliver Brightwell (CMP - Student)" userId="S::byp24nyu@uea.ac.uk::494d90a1-2796-4c7e-83a8-4032cec42316" providerId="AD" clId="Web-{A608D8B2-C757-05D9-0811-1CB5B2FC6EF0}" dt="2025-06-04T14:56:41.595" v="869" actId="20577"/>
          <ac:spMkLst>
            <pc:docMk/>
            <pc:sldMk cId="1614969508" sldId="267"/>
            <ac:spMk id="2" creationId="{9AC4408A-24F4-7747-6807-A77097C720BF}"/>
          </ac:spMkLst>
        </pc:spChg>
        <pc:spChg chg="mod">
          <ac:chgData name="Oliver Brightwell (CMP - Student)" userId="S::byp24nyu@uea.ac.uk::494d90a1-2796-4c7e-83a8-4032cec42316" providerId="AD" clId="Web-{A608D8B2-C757-05D9-0811-1CB5B2FC6EF0}" dt="2025-06-04T14:58:33.662" v="949" actId="20577"/>
          <ac:spMkLst>
            <pc:docMk/>
            <pc:sldMk cId="1614969508" sldId="267"/>
            <ac:spMk id="3" creationId="{0F804A2A-E506-0581-1002-5D7181DECC2F}"/>
          </ac:spMkLst>
        </pc:spChg>
      </pc:sldChg>
      <pc:sldChg chg="addSp delSp modSp new">
        <pc:chgData name="Oliver Brightwell (CMP - Student)" userId="S::byp24nyu@uea.ac.uk::494d90a1-2796-4c7e-83a8-4032cec42316" providerId="AD" clId="Web-{A608D8B2-C757-05D9-0811-1CB5B2FC6EF0}" dt="2025-06-04T15:06:35.789" v="1409"/>
        <pc:sldMkLst>
          <pc:docMk/>
          <pc:sldMk cId="3173720942" sldId="268"/>
        </pc:sldMkLst>
        <pc:spChg chg="del">
          <ac:chgData name="Oliver Brightwell (CMP - Student)" userId="S::byp24nyu@uea.ac.uk::494d90a1-2796-4c7e-83a8-4032cec42316" providerId="AD" clId="Web-{A608D8B2-C757-05D9-0811-1CB5B2FC6EF0}" dt="2025-06-04T14:59:02.647" v="951"/>
          <ac:spMkLst>
            <pc:docMk/>
            <pc:sldMk cId="3173720942" sldId="268"/>
            <ac:spMk id="3" creationId="{F899CFD1-ADC9-FA3A-E762-AE34CDC72DDA}"/>
          </ac:spMkLst>
        </pc:spChg>
        <pc:graphicFrameChg chg="add mod ord modGraphic">
          <ac:chgData name="Oliver Brightwell (CMP - Student)" userId="S::byp24nyu@uea.ac.uk::494d90a1-2796-4c7e-83a8-4032cec42316" providerId="AD" clId="Web-{A608D8B2-C757-05D9-0811-1CB5B2FC6EF0}" dt="2025-06-04T15:06:35.789" v="1409"/>
          <ac:graphicFrameMkLst>
            <pc:docMk/>
            <pc:sldMk cId="3173720942" sldId="268"/>
            <ac:graphicFrameMk id="4" creationId="{69161005-391F-7214-19B7-CB14E032A787}"/>
          </ac:graphicFrameMkLst>
        </pc:graphicFrameChg>
      </pc:sldChg>
      <pc:sldChg chg="modSp new">
        <pc:chgData name="Oliver Brightwell (CMP - Student)" userId="S::byp24nyu@uea.ac.uk::494d90a1-2796-4c7e-83a8-4032cec42316" providerId="AD" clId="Web-{A608D8B2-C757-05D9-0811-1CB5B2FC6EF0}" dt="2025-06-04T15:13:16.070" v="1416" actId="20577"/>
        <pc:sldMkLst>
          <pc:docMk/>
          <pc:sldMk cId="2455014384" sldId="269"/>
        </pc:sldMkLst>
        <pc:spChg chg="mod">
          <ac:chgData name="Oliver Brightwell (CMP - Student)" userId="S::byp24nyu@uea.ac.uk::494d90a1-2796-4c7e-83a8-4032cec42316" providerId="AD" clId="Web-{A608D8B2-C757-05D9-0811-1CB5B2FC6EF0}" dt="2025-06-04T15:13:16.070" v="1416" actId="20577"/>
          <ac:spMkLst>
            <pc:docMk/>
            <pc:sldMk cId="2455014384" sldId="269"/>
            <ac:spMk id="2" creationId="{1A0FB0DE-CB71-4F94-E379-398AB13265B1}"/>
          </ac:spMkLst>
        </pc:spChg>
      </pc:sldChg>
    </pc:docChg>
  </pc:docChgLst>
  <pc:docChgLst>
    <pc:chgData name="Charlie Doonan (CMP - Student)" userId="S::frj24mnu@uea.ac.uk::ba7eec98-feb2-46b0-bfd0-9bea1452f7ba" providerId="AD" clId="Web-{7A3A4DDF-343B-2D3B-2AE6-334F1EAB63A2}"/>
    <pc:docChg chg="delSld modSld">
      <pc:chgData name="Charlie Doonan (CMP - Student)" userId="S::frj24mnu@uea.ac.uk::ba7eec98-feb2-46b0-bfd0-9bea1452f7ba" providerId="AD" clId="Web-{7A3A4DDF-343B-2D3B-2AE6-334F1EAB63A2}" dt="2025-06-09T01:18:12.688" v="123" actId="20577"/>
      <pc:docMkLst>
        <pc:docMk/>
      </pc:docMkLst>
      <pc:sldChg chg="del">
        <pc:chgData name="Charlie Doonan (CMP - Student)" userId="S::frj24mnu@uea.ac.uk::ba7eec98-feb2-46b0-bfd0-9bea1452f7ba" providerId="AD" clId="Web-{7A3A4DDF-343B-2D3B-2AE6-334F1EAB63A2}" dt="2025-06-08T23:31:16.915" v="112"/>
        <pc:sldMkLst>
          <pc:docMk/>
          <pc:sldMk cId="4171415334" sldId="265"/>
        </pc:sldMkLst>
      </pc:sldChg>
      <pc:sldChg chg="modSp">
        <pc:chgData name="Charlie Doonan (CMP - Student)" userId="S::frj24mnu@uea.ac.uk::ba7eec98-feb2-46b0-bfd0-9bea1452f7ba" providerId="AD" clId="Web-{7A3A4DDF-343B-2D3B-2AE6-334F1EAB63A2}" dt="2025-06-09T01:18:12.688" v="123" actId="20577"/>
        <pc:sldMkLst>
          <pc:docMk/>
          <pc:sldMk cId="3338269164" sldId="270"/>
        </pc:sldMkLst>
        <pc:spChg chg="mod">
          <ac:chgData name="Charlie Doonan (CMP - Student)" userId="S::frj24mnu@uea.ac.uk::ba7eec98-feb2-46b0-bfd0-9bea1452f7ba" providerId="AD" clId="Web-{7A3A4DDF-343B-2D3B-2AE6-334F1EAB63A2}" dt="2025-06-08T23:08:19.293" v="20" actId="20577"/>
          <ac:spMkLst>
            <pc:docMk/>
            <pc:sldMk cId="3338269164" sldId="270"/>
            <ac:spMk id="2" creationId="{FF926FB2-3CE4-5CC7-235C-EDBBC206BFF1}"/>
          </ac:spMkLst>
        </pc:spChg>
        <pc:spChg chg="mod">
          <ac:chgData name="Charlie Doonan (CMP - Student)" userId="S::frj24mnu@uea.ac.uk::ba7eec98-feb2-46b0-bfd0-9bea1452f7ba" providerId="AD" clId="Web-{7A3A4DDF-343B-2D3B-2AE6-334F1EAB63A2}" dt="2025-06-09T01:18:12.688" v="123" actId="20577"/>
          <ac:spMkLst>
            <pc:docMk/>
            <pc:sldMk cId="3338269164" sldId="270"/>
            <ac:spMk id="3" creationId="{CF5FB2BF-A39D-AF5F-2EB2-95ABAC182DD5}"/>
          </ac:spMkLst>
        </pc:spChg>
      </pc:sldChg>
      <pc:sldChg chg="modSp">
        <pc:chgData name="Charlie Doonan (CMP - Student)" userId="S::frj24mnu@uea.ac.uk::ba7eec98-feb2-46b0-bfd0-9bea1452f7ba" providerId="AD" clId="Web-{7A3A4DDF-343B-2D3B-2AE6-334F1EAB63A2}" dt="2025-06-09T01:13:28.803" v="119" actId="20577"/>
        <pc:sldMkLst>
          <pc:docMk/>
          <pc:sldMk cId="2050066299" sldId="271"/>
        </pc:sldMkLst>
        <pc:spChg chg="mod">
          <ac:chgData name="Charlie Doonan (CMP - Student)" userId="S::frj24mnu@uea.ac.uk::ba7eec98-feb2-46b0-bfd0-9bea1452f7ba" providerId="AD" clId="Web-{7A3A4DDF-343B-2D3B-2AE6-334F1EAB63A2}" dt="2025-06-08T23:08:25.918" v="23" actId="20577"/>
          <ac:spMkLst>
            <pc:docMk/>
            <pc:sldMk cId="2050066299" sldId="271"/>
            <ac:spMk id="2" creationId="{DDD4A4D2-66B2-D81E-1887-25D2CA083487}"/>
          </ac:spMkLst>
        </pc:spChg>
        <pc:spChg chg="mod">
          <ac:chgData name="Charlie Doonan (CMP - Student)" userId="S::frj24mnu@uea.ac.uk::ba7eec98-feb2-46b0-bfd0-9bea1452f7ba" providerId="AD" clId="Web-{7A3A4DDF-343B-2D3B-2AE6-334F1EAB63A2}" dt="2025-06-09T01:13:28.803" v="119" actId="20577"/>
          <ac:spMkLst>
            <pc:docMk/>
            <pc:sldMk cId="2050066299" sldId="271"/>
            <ac:spMk id="3" creationId="{507FD06C-A176-9117-F6A4-0CB8123E865E}"/>
          </ac:spMkLst>
        </pc:spChg>
      </pc:sldChg>
    </pc:docChg>
  </pc:docChgLst>
  <pc:docChgLst>
    <pc:chgData name="Charlie Doonan (CMP - Student)" userId="S::frj24mnu@uea.ac.uk::ba7eec98-feb2-46b0-bfd0-9bea1452f7ba" providerId="AD" clId="Web-{AB00F0C4-BC11-2480-48D9-BBA0F7B123AD}"/>
    <pc:docChg chg="delSld modSld">
      <pc:chgData name="Charlie Doonan (CMP - Student)" userId="S::frj24mnu@uea.ac.uk::ba7eec98-feb2-46b0-bfd0-9bea1452f7ba" providerId="AD" clId="Web-{AB00F0C4-BC11-2480-48D9-BBA0F7B123AD}" dt="2025-06-09T14:41:17.591" v="143"/>
      <pc:docMkLst>
        <pc:docMk/>
      </pc:docMkLst>
      <pc:sldChg chg="del">
        <pc:chgData name="Charlie Doonan (CMP - Student)" userId="S::frj24mnu@uea.ac.uk::ba7eec98-feb2-46b0-bfd0-9bea1452f7ba" providerId="AD" clId="Web-{AB00F0C4-BC11-2480-48D9-BBA0F7B123AD}" dt="2025-06-09T13:58:29.836" v="0"/>
        <pc:sldMkLst>
          <pc:docMk/>
          <pc:sldMk cId="1614969508" sldId="267"/>
        </pc:sldMkLst>
      </pc:sldChg>
      <pc:sldChg chg="modNotes">
        <pc:chgData name="Charlie Doonan (CMP - Student)" userId="S::frj24mnu@uea.ac.uk::ba7eec98-feb2-46b0-bfd0-9bea1452f7ba" providerId="AD" clId="Web-{AB00F0C4-BC11-2480-48D9-BBA0F7B123AD}" dt="2025-06-09T14:00:10.651" v="10"/>
        <pc:sldMkLst>
          <pc:docMk/>
          <pc:sldMk cId="3338269164" sldId="270"/>
        </pc:sldMkLst>
      </pc:sldChg>
      <pc:sldChg chg="modNotes">
        <pc:chgData name="Charlie Doonan (CMP - Student)" userId="S::frj24mnu@uea.ac.uk::ba7eec98-feb2-46b0-bfd0-9bea1452f7ba" providerId="AD" clId="Web-{AB00F0C4-BC11-2480-48D9-BBA0F7B123AD}" dt="2025-06-09T14:41:17.591" v="143"/>
        <pc:sldMkLst>
          <pc:docMk/>
          <pc:sldMk cId="2050066299" sldId="271"/>
        </pc:sldMkLst>
      </pc:sldChg>
    </pc:docChg>
  </pc:docChgLst>
  <pc:docChgLst>
    <pc:chgData name="Oliver Brightwell (CMP - Student)" userId="S::byp24nyu@uea.ac.uk::494d90a1-2796-4c7e-83a8-4032cec42316" providerId="AD" clId="Web-{1A3D3E12-C5B6-8EDD-E6A0-C08014D7AC3D}"/>
    <pc:docChg chg="addSld delSld modSld sldOrd">
      <pc:chgData name="Oliver Brightwell (CMP - Student)" userId="S::byp24nyu@uea.ac.uk::494d90a1-2796-4c7e-83a8-4032cec42316" providerId="AD" clId="Web-{1A3D3E12-C5B6-8EDD-E6A0-C08014D7AC3D}" dt="2025-06-12T10:18:32.547" v="100" actId="20577"/>
      <pc:docMkLst>
        <pc:docMk/>
      </pc:docMkLst>
      <pc:sldChg chg="modSp">
        <pc:chgData name="Oliver Brightwell (CMP - Student)" userId="S::byp24nyu@uea.ac.uk::494d90a1-2796-4c7e-83a8-4032cec42316" providerId="AD" clId="Web-{1A3D3E12-C5B6-8EDD-E6A0-C08014D7AC3D}" dt="2025-06-12T10:18:32.547" v="100" actId="20577"/>
        <pc:sldMkLst>
          <pc:docMk/>
          <pc:sldMk cId="663325976" sldId="257"/>
        </pc:sldMkLst>
        <pc:spChg chg="mod">
          <ac:chgData name="Oliver Brightwell (CMP - Student)" userId="S::byp24nyu@uea.ac.uk::494d90a1-2796-4c7e-83a8-4032cec42316" providerId="AD" clId="Web-{1A3D3E12-C5B6-8EDD-E6A0-C08014D7AC3D}" dt="2025-06-12T10:18:32.547" v="100" actId="20577"/>
          <ac:spMkLst>
            <pc:docMk/>
            <pc:sldMk cId="663325976" sldId="257"/>
            <ac:spMk id="3" creationId="{FCF1E81F-1A93-BD9B-0B28-B1F08AADB707}"/>
          </ac:spMkLst>
        </pc:spChg>
      </pc:sldChg>
      <pc:sldChg chg="delSp modSp add del ord">
        <pc:chgData name="Oliver Brightwell (CMP - Student)" userId="S::byp24nyu@uea.ac.uk::494d90a1-2796-4c7e-83a8-4032cec42316" providerId="AD" clId="Web-{1A3D3E12-C5B6-8EDD-E6A0-C08014D7AC3D}" dt="2025-06-12T10:11:28.142" v="55" actId="20577"/>
        <pc:sldMkLst>
          <pc:docMk/>
          <pc:sldMk cId="3420665335" sldId="259"/>
        </pc:sldMkLst>
        <pc:spChg chg="mod">
          <ac:chgData name="Oliver Brightwell (CMP - Student)" userId="S::byp24nyu@uea.ac.uk::494d90a1-2796-4c7e-83a8-4032cec42316" providerId="AD" clId="Web-{1A3D3E12-C5B6-8EDD-E6A0-C08014D7AC3D}" dt="2025-06-12T10:11:28.142" v="55" actId="20577"/>
          <ac:spMkLst>
            <pc:docMk/>
            <pc:sldMk cId="3420665335" sldId="259"/>
            <ac:spMk id="3" creationId="{E248967A-DECA-B508-7912-A2AFCEBA6820}"/>
          </ac:spMkLst>
        </pc:spChg>
        <pc:spChg chg="del">
          <ac:chgData name="Oliver Brightwell (CMP - Student)" userId="S::byp24nyu@uea.ac.uk::494d90a1-2796-4c7e-83a8-4032cec42316" providerId="AD" clId="Web-{1A3D3E12-C5B6-8EDD-E6A0-C08014D7AC3D}" dt="2025-06-12T09:13:07.454" v="1"/>
          <ac:spMkLst>
            <pc:docMk/>
            <pc:sldMk cId="3420665335" sldId="259"/>
            <ac:spMk id="4" creationId="{E9990C44-1A5A-36D7-BAD2-20E71A8B825B}"/>
          </ac:spMkLst>
        </pc:spChg>
        <pc:spChg chg="del">
          <ac:chgData name="Oliver Brightwell (CMP - Student)" userId="S::byp24nyu@uea.ac.uk::494d90a1-2796-4c7e-83a8-4032cec42316" providerId="AD" clId="Web-{1A3D3E12-C5B6-8EDD-E6A0-C08014D7AC3D}" dt="2025-06-12T09:12:54.688" v="0"/>
          <ac:spMkLst>
            <pc:docMk/>
            <pc:sldMk cId="3420665335" sldId="259"/>
            <ac:spMk id="5" creationId="{F4C75EEB-DEC4-21E0-E77F-0875423FAEF5}"/>
          </ac:spMkLst>
        </pc:spChg>
      </pc:sldChg>
      <pc:sldChg chg="modSp">
        <pc:chgData name="Oliver Brightwell (CMP - Student)" userId="S::byp24nyu@uea.ac.uk::494d90a1-2796-4c7e-83a8-4032cec42316" providerId="AD" clId="Web-{1A3D3E12-C5B6-8EDD-E6A0-C08014D7AC3D}" dt="2025-06-12T09:21:51.726" v="3" actId="20577"/>
        <pc:sldMkLst>
          <pc:docMk/>
          <pc:sldMk cId="2212475136" sldId="261"/>
        </pc:sldMkLst>
        <pc:spChg chg="mod">
          <ac:chgData name="Oliver Brightwell (CMP - Student)" userId="S::byp24nyu@uea.ac.uk::494d90a1-2796-4c7e-83a8-4032cec42316" providerId="AD" clId="Web-{1A3D3E12-C5B6-8EDD-E6A0-C08014D7AC3D}" dt="2025-06-12T09:21:51.726" v="3" actId="20577"/>
          <ac:spMkLst>
            <pc:docMk/>
            <pc:sldMk cId="2212475136" sldId="261"/>
            <ac:spMk id="3" creationId="{3D2BE52E-D999-AB89-78E0-1155E1E42DAC}"/>
          </ac:spMkLst>
        </pc:spChg>
      </pc:sldChg>
      <pc:sldChg chg="modSp">
        <pc:chgData name="Oliver Brightwell (CMP - Student)" userId="S::byp24nyu@uea.ac.uk::494d90a1-2796-4c7e-83a8-4032cec42316" providerId="AD" clId="Web-{1A3D3E12-C5B6-8EDD-E6A0-C08014D7AC3D}" dt="2025-06-12T09:33:33.948" v="8" actId="20577"/>
        <pc:sldMkLst>
          <pc:docMk/>
          <pc:sldMk cId="3869084159" sldId="276"/>
        </pc:sldMkLst>
        <pc:spChg chg="mod">
          <ac:chgData name="Oliver Brightwell (CMP - Student)" userId="S::byp24nyu@uea.ac.uk::494d90a1-2796-4c7e-83a8-4032cec42316" providerId="AD" clId="Web-{1A3D3E12-C5B6-8EDD-E6A0-C08014D7AC3D}" dt="2025-06-12T09:33:33.948" v="8" actId="20577"/>
          <ac:spMkLst>
            <pc:docMk/>
            <pc:sldMk cId="3869084159" sldId="276"/>
            <ac:spMk id="3" creationId="{31400B8C-AF47-22F6-BE51-80708ABC0100}"/>
          </ac:spMkLst>
        </pc:spChg>
      </pc:sldChg>
    </pc:docChg>
  </pc:docChgLst>
  <pc:docChgLst>
    <pc:chgData name="Muhammad Khurram (CMP - Student)" userId="S::seb24twu@uea.ac.uk::7be3f8db-6531-4688-947f-97c059ad5ac7" providerId="AD" clId="Web-{68EDB518-9D01-0E3F-FDDF-1FDCC0AB8DD6}"/>
    <pc:docChg chg="modSld">
      <pc:chgData name="Muhammad Khurram (CMP - Student)" userId="S::seb24twu@uea.ac.uk::7be3f8db-6531-4688-947f-97c059ad5ac7" providerId="AD" clId="Web-{68EDB518-9D01-0E3F-FDDF-1FDCC0AB8DD6}" dt="2025-06-12T20:08:22.615" v="45"/>
      <pc:docMkLst>
        <pc:docMk/>
      </pc:docMkLst>
      <pc:sldChg chg="modSp">
        <pc:chgData name="Muhammad Khurram (CMP - Student)" userId="S::seb24twu@uea.ac.uk::7be3f8db-6531-4688-947f-97c059ad5ac7" providerId="AD" clId="Web-{68EDB518-9D01-0E3F-FDDF-1FDCC0AB8DD6}" dt="2025-06-12T20:08:22.615" v="45"/>
        <pc:sldMkLst>
          <pc:docMk/>
          <pc:sldMk cId="2639787824" sldId="264"/>
        </pc:sldMkLst>
        <pc:graphicFrameChg chg="mod modGraphic">
          <ac:chgData name="Muhammad Khurram (CMP - Student)" userId="S::seb24twu@uea.ac.uk::7be3f8db-6531-4688-947f-97c059ad5ac7" providerId="AD" clId="Web-{68EDB518-9D01-0E3F-FDDF-1FDCC0AB8DD6}" dt="2025-06-12T20:08:22.615" v="45"/>
          <ac:graphicFrameMkLst>
            <pc:docMk/>
            <pc:sldMk cId="2639787824" sldId="264"/>
            <ac:graphicFrameMk id="5" creationId="{29F55F47-1436-EC3F-9C3D-7BFE43E7C3A4}"/>
          </ac:graphicFrameMkLst>
        </pc:graphicFrameChg>
      </pc:sldChg>
    </pc:docChg>
  </pc:docChgLst>
  <pc:docChgLst>
    <pc:chgData name="Muhammad Khurram (CMP - Student)" userId="S::seb24twu@uea.ac.uk::7be3f8db-6531-4688-947f-97c059ad5ac7" providerId="AD" clId="Web-{AA26DAE8-D0FA-95A3-43EF-6BB3471F8D45}"/>
    <pc:docChg chg="addSld modSld">
      <pc:chgData name="Muhammad Khurram (CMP - Student)" userId="S::seb24twu@uea.ac.uk::7be3f8db-6531-4688-947f-97c059ad5ac7" providerId="AD" clId="Web-{AA26DAE8-D0FA-95A3-43EF-6BB3471F8D45}" dt="2025-06-10T12:06:12.499" v="31" actId="14100"/>
      <pc:docMkLst>
        <pc:docMk/>
      </pc:docMkLst>
      <pc:sldChg chg="addSp modSp mod setBg">
        <pc:chgData name="Muhammad Khurram (CMP - Student)" userId="S::seb24twu@uea.ac.uk::7be3f8db-6531-4688-947f-97c059ad5ac7" providerId="AD" clId="Web-{AA26DAE8-D0FA-95A3-43EF-6BB3471F8D45}" dt="2025-06-10T11:59:37.001" v="18"/>
        <pc:sldMkLst>
          <pc:docMk/>
          <pc:sldMk cId="2639787824" sldId="264"/>
        </pc:sldMkLst>
        <pc:spChg chg="mod">
          <ac:chgData name="Muhammad Khurram (CMP - Student)" userId="S::seb24twu@uea.ac.uk::7be3f8db-6531-4688-947f-97c059ad5ac7" providerId="AD" clId="Web-{AA26DAE8-D0FA-95A3-43EF-6BB3471F8D45}" dt="2025-06-10T11:59:37.001" v="18"/>
          <ac:spMkLst>
            <pc:docMk/>
            <pc:sldMk cId="2639787824" sldId="264"/>
            <ac:spMk id="2" creationId="{875C0BFD-F487-0DC8-CEAB-39478669FF6D}"/>
          </ac:spMkLst>
        </pc:spChg>
        <pc:spChg chg="add">
          <ac:chgData name="Muhammad Khurram (CMP - Student)" userId="S::seb24twu@uea.ac.uk::7be3f8db-6531-4688-947f-97c059ad5ac7" providerId="AD" clId="Web-{AA26DAE8-D0FA-95A3-43EF-6BB3471F8D45}" dt="2025-06-10T11:59:37.001" v="18"/>
          <ac:spMkLst>
            <pc:docMk/>
            <pc:sldMk cId="2639787824" sldId="264"/>
            <ac:spMk id="10" creationId="{852816C4-2471-43EF-BF87-722CBC3A9C8B}"/>
          </ac:spMkLst>
        </pc:spChg>
        <pc:spChg chg="add">
          <ac:chgData name="Muhammad Khurram (CMP - Student)" userId="S::seb24twu@uea.ac.uk::7be3f8db-6531-4688-947f-97c059ad5ac7" providerId="AD" clId="Web-{AA26DAE8-D0FA-95A3-43EF-6BB3471F8D45}" dt="2025-06-10T11:59:37.001" v="18"/>
          <ac:spMkLst>
            <pc:docMk/>
            <pc:sldMk cId="2639787824" sldId="264"/>
            <ac:spMk id="12" creationId="{F5CC3D12-B8AA-47C0-987C-85A8C8E820A2}"/>
          </ac:spMkLst>
        </pc:spChg>
        <pc:spChg chg="add">
          <ac:chgData name="Muhammad Khurram (CMP - Student)" userId="S::seb24twu@uea.ac.uk::7be3f8db-6531-4688-947f-97c059ad5ac7" providerId="AD" clId="Web-{AA26DAE8-D0FA-95A3-43EF-6BB3471F8D45}" dt="2025-06-10T11:59:37.001" v="18"/>
          <ac:spMkLst>
            <pc:docMk/>
            <pc:sldMk cId="2639787824" sldId="264"/>
            <ac:spMk id="45" creationId="{2391C84E-C2EA-44FC-A7D1-FAE3E2850552}"/>
          </ac:spMkLst>
        </pc:spChg>
        <pc:spChg chg="add">
          <ac:chgData name="Muhammad Khurram (CMP - Student)" userId="S::seb24twu@uea.ac.uk::7be3f8db-6531-4688-947f-97c059ad5ac7" providerId="AD" clId="Web-{AA26DAE8-D0FA-95A3-43EF-6BB3471F8D45}" dt="2025-06-10T11:59:37.001" v="18"/>
          <ac:spMkLst>
            <pc:docMk/>
            <pc:sldMk cId="2639787824" sldId="264"/>
            <ac:spMk id="47" creationId="{334F573F-FF6A-4EB8-9C66-3D0CBF311847}"/>
          </ac:spMkLst>
        </pc:spChg>
        <pc:grpChg chg="add">
          <ac:chgData name="Muhammad Khurram (CMP - Student)" userId="S::seb24twu@uea.ac.uk::7be3f8db-6531-4688-947f-97c059ad5ac7" providerId="AD" clId="Web-{AA26DAE8-D0FA-95A3-43EF-6BB3471F8D45}" dt="2025-06-10T11:59:37.001" v="18"/>
          <ac:grpSpMkLst>
            <pc:docMk/>
            <pc:sldMk cId="2639787824" sldId="264"/>
            <ac:grpSpMk id="14" creationId="{47B3131A-B518-43E5-A896-E9D654A4863F}"/>
          </ac:grpSpMkLst>
        </pc:grpChg>
        <pc:graphicFrameChg chg="mod">
          <ac:chgData name="Muhammad Khurram (CMP - Student)" userId="S::seb24twu@uea.ac.uk::7be3f8db-6531-4688-947f-97c059ad5ac7" providerId="AD" clId="Web-{AA26DAE8-D0FA-95A3-43EF-6BB3471F8D45}" dt="2025-06-10T11:59:37.001" v="18"/>
          <ac:graphicFrameMkLst>
            <pc:docMk/>
            <pc:sldMk cId="2639787824" sldId="264"/>
            <ac:graphicFrameMk id="5" creationId="{29F55F47-1436-EC3F-9C3D-7BFE43E7C3A4}"/>
          </ac:graphicFrameMkLst>
        </pc:graphicFrameChg>
      </pc:sldChg>
      <pc:sldChg chg="addSp delSp modSp new mod setBg">
        <pc:chgData name="Muhammad Khurram (CMP - Student)" userId="S::seb24twu@uea.ac.uk::7be3f8db-6531-4688-947f-97c059ad5ac7" providerId="AD" clId="Web-{AA26DAE8-D0FA-95A3-43EF-6BB3471F8D45}" dt="2025-06-10T11:58:30.733" v="17"/>
        <pc:sldMkLst>
          <pc:docMk/>
          <pc:sldMk cId="2832290272" sldId="272"/>
        </pc:sldMkLst>
        <pc:spChg chg="mod">
          <ac:chgData name="Muhammad Khurram (CMP - Student)" userId="S::seb24twu@uea.ac.uk::7be3f8db-6531-4688-947f-97c059ad5ac7" providerId="AD" clId="Web-{AA26DAE8-D0FA-95A3-43EF-6BB3471F8D45}" dt="2025-06-10T11:58:30.733" v="17"/>
          <ac:spMkLst>
            <pc:docMk/>
            <pc:sldMk cId="2832290272" sldId="272"/>
            <ac:spMk id="2" creationId="{B2D1F4CC-A343-17D1-E797-7CB3B198D48D}"/>
          </ac:spMkLst>
        </pc:spChg>
        <pc:spChg chg="del">
          <ac:chgData name="Muhammad Khurram (CMP - Student)" userId="S::seb24twu@uea.ac.uk::7be3f8db-6531-4688-947f-97c059ad5ac7" providerId="AD" clId="Web-{AA26DAE8-D0FA-95A3-43EF-6BB3471F8D45}" dt="2025-06-10T11:54:23.162" v="9"/>
          <ac:spMkLst>
            <pc:docMk/>
            <pc:sldMk cId="2832290272" sldId="272"/>
            <ac:spMk id="3" creationId="{6A2DA80A-0E81-4FD6-A187-02B99E0242D0}"/>
          </ac:spMkLst>
        </pc:spChg>
        <pc:spChg chg="add del">
          <ac:chgData name="Muhammad Khurram (CMP - Student)" userId="S::seb24twu@uea.ac.uk::7be3f8db-6531-4688-947f-97c059ad5ac7" providerId="AD" clId="Web-{AA26DAE8-D0FA-95A3-43EF-6BB3471F8D45}" dt="2025-06-10T11:55:42.414" v="11"/>
          <ac:spMkLst>
            <pc:docMk/>
            <pc:sldMk cId="2832290272" sldId="272"/>
            <ac:spMk id="8" creationId="{E3D8AC8C-92D1-2093-0E89-7C029BBE3505}"/>
          </ac:spMkLst>
        </pc:spChg>
        <pc:spChg chg="add del">
          <ac:chgData name="Muhammad Khurram (CMP - Student)" userId="S::seb24twu@uea.ac.uk::7be3f8db-6531-4688-947f-97c059ad5ac7" providerId="AD" clId="Web-{AA26DAE8-D0FA-95A3-43EF-6BB3471F8D45}" dt="2025-06-10T11:55:42.414" v="11"/>
          <ac:spMkLst>
            <pc:docMk/>
            <pc:sldMk cId="2832290272" sldId="272"/>
            <ac:spMk id="11" creationId="{07678F73-9880-405C-9E21-2CC82BD044AE}"/>
          </ac:spMkLst>
        </pc:spChg>
        <pc:spChg chg="add del">
          <ac:chgData name="Muhammad Khurram (CMP - Student)" userId="S::seb24twu@uea.ac.uk::7be3f8db-6531-4688-947f-97c059ad5ac7" providerId="AD" clId="Web-{AA26DAE8-D0FA-95A3-43EF-6BB3471F8D45}" dt="2025-06-10T11:55:42.414" v="11"/>
          <ac:spMkLst>
            <pc:docMk/>
            <pc:sldMk cId="2832290272" sldId="272"/>
            <ac:spMk id="13" creationId="{1C582B07-D0F0-4B6B-A5D9-D2F192CB3A4E}"/>
          </ac:spMkLst>
        </pc:spChg>
        <pc:spChg chg="add del">
          <ac:chgData name="Muhammad Khurram (CMP - Student)" userId="S::seb24twu@uea.ac.uk::7be3f8db-6531-4688-947f-97c059ad5ac7" providerId="AD" clId="Web-{AA26DAE8-D0FA-95A3-43EF-6BB3471F8D45}" dt="2025-06-10T11:55:42.414" v="11"/>
          <ac:spMkLst>
            <pc:docMk/>
            <pc:sldMk cId="2832290272" sldId="272"/>
            <ac:spMk id="15" creationId="{DA1A4301-6FFC-4C82-A1FA-7634D8CAA8F5}"/>
          </ac:spMkLst>
        </pc:spChg>
        <pc:spChg chg="add">
          <ac:chgData name="Muhammad Khurram (CMP - Student)" userId="S::seb24twu@uea.ac.uk::7be3f8db-6531-4688-947f-97c059ad5ac7" providerId="AD" clId="Web-{AA26DAE8-D0FA-95A3-43EF-6BB3471F8D45}" dt="2025-06-10T11:55:42.430" v="12"/>
          <ac:spMkLst>
            <pc:docMk/>
            <pc:sldMk cId="2832290272" sldId="272"/>
            <ac:spMk id="48" creationId="{D8667B21-A39C-4ABB-9CED-0DD4CD739502}"/>
          </ac:spMkLst>
        </pc:spChg>
        <pc:spChg chg="add del">
          <ac:chgData name="Muhammad Khurram (CMP - Student)" userId="S::seb24twu@uea.ac.uk::7be3f8db-6531-4688-947f-97c059ad5ac7" providerId="AD" clId="Web-{AA26DAE8-D0FA-95A3-43EF-6BB3471F8D45}" dt="2025-06-10T11:58:30.733" v="17"/>
          <ac:spMkLst>
            <pc:docMk/>
            <pc:sldMk cId="2832290272" sldId="272"/>
            <ac:spMk id="49" creationId="{1C582B07-D0F0-4B6B-A5D9-D2F192CB3A4E}"/>
          </ac:spMkLst>
        </pc:spChg>
        <pc:spChg chg="add">
          <ac:chgData name="Muhammad Khurram (CMP - Student)" userId="S::seb24twu@uea.ac.uk::7be3f8db-6531-4688-947f-97c059ad5ac7" providerId="AD" clId="Web-{AA26DAE8-D0FA-95A3-43EF-6BB3471F8D45}" dt="2025-06-10T11:55:42.430" v="12"/>
          <ac:spMkLst>
            <pc:docMk/>
            <pc:sldMk cId="2832290272" sldId="272"/>
            <ac:spMk id="50" creationId="{3712ED8D-807A-4E94-A9AF-C44676151773}"/>
          </ac:spMkLst>
        </pc:spChg>
        <pc:spChg chg="add del">
          <ac:chgData name="Muhammad Khurram (CMP - Student)" userId="S::seb24twu@uea.ac.uk::7be3f8db-6531-4688-947f-97c059ad5ac7" providerId="AD" clId="Web-{AA26DAE8-D0FA-95A3-43EF-6BB3471F8D45}" dt="2025-06-10T11:58:30.733" v="17"/>
          <ac:spMkLst>
            <pc:docMk/>
            <pc:sldMk cId="2832290272" sldId="272"/>
            <ac:spMk id="51" creationId="{DA1A4301-6FFC-4C82-A1FA-7634D8CAA8F5}"/>
          </ac:spMkLst>
        </pc:spChg>
        <pc:spChg chg="add del mod">
          <ac:chgData name="Muhammad Khurram (CMP - Student)" userId="S::seb24twu@uea.ac.uk::7be3f8db-6531-4688-947f-97c059ad5ac7" providerId="AD" clId="Web-{AA26DAE8-D0FA-95A3-43EF-6BB3471F8D45}" dt="2025-06-10T11:55:55.727" v="14"/>
          <ac:spMkLst>
            <pc:docMk/>
            <pc:sldMk cId="2832290272" sldId="272"/>
            <ac:spMk id="53" creationId="{E69F7BE3-484D-2FF6-B34E-051C383B3038}"/>
          </ac:spMkLst>
        </pc:spChg>
        <pc:spChg chg="add">
          <ac:chgData name="Muhammad Khurram (CMP - Student)" userId="S::seb24twu@uea.ac.uk::7be3f8db-6531-4688-947f-97c059ad5ac7" providerId="AD" clId="Web-{AA26DAE8-D0FA-95A3-43EF-6BB3471F8D45}" dt="2025-06-10T11:58:30.733" v="17"/>
          <ac:spMkLst>
            <pc:docMk/>
            <pc:sldMk cId="2832290272" sldId="272"/>
            <ac:spMk id="57" creationId="{A4798C7F-C8CA-4799-BF37-3AB4642CDB66}"/>
          </ac:spMkLst>
        </pc:spChg>
        <pc:spChg chg="add">
          <ac:chgData name="Muhammad Khurram (CMP - Student)" userId="S::seb24twu@uea.ac.uk::7be3f8db-6531-4688-947f-97c059ad5ac7" providerId="AD" clId="Web-{AA26DAE8-D0FA-95A3-43EF-6BB3471F8D45}" dt="2025-06-10T11:58:30.733" v="17"/>
          <ac:spMkLst>
            <pc:docMk/>
            <pc:sldMk cId="2832290272" sldId="272"/>
            <ac:spMk id="90" creationId="{216BB147-20D5-4D93-BDA5-1BC614D6A4B2}"/>
          </ac:spMkLst>
        </pc:spChg>
        <pc:spChg chg="add">
          <ac:chgData name="Muhammad Khurram (CMP - Student)" userId="S::seb24twu@uea.ac.uk::7be3f8db-6531-4688-947f-97c059ad5ac7" providerId="AD" clId="Web-{AA26DAE8-D0FA-95A3-43EF-6BB3471F8D45}" dt="2025-06-10T11:58:30.733" v="17"/>
          <ac:spMkLst>
            <pc:docMk/>
            <pc:sldMk cId="2832290272" sldId="272"/>
            <ac:spMk id="94" creationId="{3BBF3378-C49E-4B97-A883-6393FBF18C0B}"/>
          </ac:spMkLst>
        </pc:spChg>
        <pc:spChg chg="add">
          <ac:chgData name="Muhammad Khurram (CMP - Student)" userId="S::seb24twu@uea.ac.uk::7be3f8db-6531-4688-947f-97c059ad5ac7" providerId="AD" clId="Web-{AA26DAE8-D0FA-95A3-43EF-6BB3471F8D45}" dt="2025-06-10T11:58:30.733" v="17"/>
          <ac:spMkLst>
            <pc:docMk/>
            <pc:sldMk cId="2832290272" sldId="272"/>
            <ac:spMk id="127" creationId="{EB68BB96-3C54-47CE-A559-16FC5968EE9F}"/>
          </ac:spMkLst>
        </pc:spChg>
        <pc:spChg chg="add">
          <ac:chgData name="Muhammad Khurram (CMP - Student)" userId="S::seb24twu@uea.ac.uk::7be3f8db-6531-4688-947f-97c059ad5ac7" providerId="AD" clId="Web-{AA26DAE8-D0FA-95A3-43EF-6BB3471F8D45}" dt="2025-06-10T11:58:30.733" v="17"/>
          <ac:spMkLst>
            <pc:docMk/>
            <pc:sldMk cId="2832290272" sldId="272"/>
            <ac:spMk id="160" creationId="{13B6DAC6-0186-4D62-AD69-90B9C0411EA3}"/>
          </ac:spMkLst>
        </pc:spChg>
        <pc:spChg chg="add">
          <ac:chgData name="Muhammad Khurram (CMP - Student)" userId="S::seb24twu@uea.ac.uk::7be3f8db-6531-4688-947f-97c059ad5ac7" providerId="AD" clId="Web-{AA26DAE8-D0FA-95A3-43EF-6BB3471F8D45}" dt="2025-06-10T11:58:30.733" v="17"/>
          <ac:spMkLst>
            <pc:docMk/>
            <pc:sldMk cId="2832290272" sldId="272"/>
            <ac:spMk id="164" creationId="{94D786EB-944C-47D5-B631-899F4029B02E}"/>
          </ac:spMkLst>
        </pc:spChg>
        <pc:spChg chg="add">
          <ac:chgData name="Muhammad Khurram (CMP - Student)" userId="S::seb24twu@uea.ac.uk::7be3f8db-6531-4688-947f-97c059ad5ac7" providerId="AD" clId="Web-{AA26DAE8-D0FA-95A3-43EF-6BB3471F8D45}" dt="2025-06-10T11:58:30.733" v="17"/>
          <ac:spMkLst>
            <pc:docMk/>
            <pc:sldMk cId="2832290272" sldId="272"/>
            <ac:spMk id="166" creationId="{41FB6F01-9581-4ED4-833E-048E9F3C8BEA}"/>
          </ac:spMkLst>
        </pc:spChg>
        <pc:grpChg chg="add del">
          <ac:chgData name="Muhammad Khurram (CMP - Student)" userId="S::seb24twu@uea.ac.uk::7be3f8db-6531-4688-947f-97c059ad5ac7" providerId="AD" clId="Web-{AA26DAE8-D0FA-95A3-43EF-6BB3471F8D45}" dt="2025-06-10T11:55:42.414" v="11"/>
          <ac:grpSpMkLst>
            <pc:docMk/>
            <pc:sldMk cId="2832290272" sldId="272"/>
            <ac:grpSpMk id="17" creationId="{8323DD1D-77DE-48B2-A0A0-6265801531E5}"/>
          </ac:grpSpMkLst>
        </pc:grpChg>
        <pc:grpChg chg="add">
          <ac:chgData name="Muhammad Khurram (CMP - Student)" userId="S::seb24twu@uea.ac.uk::7be3f8db-6531-4688-947f-97c059ad5ac7" providerId="AD" clId="Web-{AA26DAE8-D0FA-95A3-43EF-6BB3471F8D45}" dt="2025-06-10T11:55:42.430" v="12"/>
          <ac:grpSpMkLst>
            <pc:docMk/>
            <pc:sldMk cId="2832290272" sldId="272"/>
            <ac:grpSpMk id="52" creationId="{8323DD1D-77DE-48B2-A0A0-6265801531E5}"/>
          </ac:grpSpMkLst>
        </pc:grpChg>
        <pc:picChg chg="add del mod ord">
          <ac:chgData name="Muhammad Khurram (CMP - Student)" userId="S::seb24twu@uea.ac.uk::7be3f8db-6531-4688-947f-97c059ad5ac7" providerId="AD" clId="Web-{AA26DAE8-D0FA-95A3-43EF-6BB3471F8D45}" dt="2025-06-10T11:58:06.029" v="16"/>
          <ac:picMkLst>
            <pc:docMk/>
            <pc:sldMk cId="2832290272" sldId="272"/>
            <ac:picMk id="4" creationId="{0DC49FD9-C249-B6D7-8C99-D11CC4366D5C}"/>
          </ac:picMkLst>
        </pc:picChg>
        <pc:picChg chg="add mod">
          <ac:chgData name="Muhammad Khurram (CMP - Student)" userId="S::seb24twu@uea.ac.uk::7be3f8db-6531-4688-947f-97c059ad5ac7" providerId="AD" clId="Web-{AA26DAE8-D0FA-95A3-43EF-6BB3471F8D45}" dt="2025-06-10T11:58:03.841" v="15"/>
          <ac:picMkLst>
            <pc:docMk/>
            <pc:sldMk cId="2832290272" sldId="272"/>
            <ac:picMk id="5" creationId="{DD4EA4E9-9F74-1064-DB70-FAEB83D49373}"/>
          </ac:picMkLst>
        </pc:picChg>
      </pc:sldChg>
      <pc:sldChg chg="addSp delSp modSp new mod setBg">
        <pc:chgData name="Muhammad Khurram (CMP - Student)" userId="S::seb24twu@uea.ac.uk::7be3f8db-6531-4688-947f-97c059ad5ac7" providerId="AD" clId="Web-{AA26DAE8-D0FA-95A3-43EF-6BB3471F8D45}" dt="2025-06-10T12:06:12.499" v="31" actId="14100"/>
        <pc:sldMkLst>
          <pc:docMk/>
          <pc:sldMk cId="1719512804" sldId="273"/>
        </pc:sldMkLst>
        <pc:spChg chg="mod">
          <ac:chgData name="Muhammad Khurram (CMP - Student)" userId="S::seb24twu@uea.ac.uk::7be3f8db-6531-4688-947f-97c059ad5ac7" providerId="AD" clId="Web-{AA26DAE8-D0FA-95A3-43EF-6BB3471F8D45}" dt="2025-06-10T12:05:40.842" v="28"/>
          <ac:spMkLst>
            <pc:docMk/>
            <pc:sldMk cId="1719512804" sldId="273"/>
            <ac:spMk id="2" creationId="{5CD29A5C-1E42-34E5-7C4D-681F15C81CCC}"/>
          </ac:spMkLst>
        </pc:spChg>
        <pc:spChg chg="del">
          <ac:chgData name="Muhammad Khurram (CMP - Student)" userId="S::seb24twu@uea.ac.uk::7be3f8db-6531-4688-947f-97c059ad5ac7" providerId="AD" clId="Web-{AA26DAE8-D0FA-95A3-43EF-6BB3471F8D45}" dt="2025-06-10T12:05:35.436" v="27"/>
          <ac:spMkLst>
            <pc:docMk/>
            <pc:sldMk cId="1719512804" sldId="273"/>
            <ac:spMk id="3" creationId="{0231EE8E-8BB2-0BBC-2D10-28EA1741827C}"/>
          </ac:spMkLst>
        </pc:spChg>
        <pc:spChg chg="add del">
          <ac:chgData name="Muhammad Khurram (CMP - Student)" userId="S::seb24twu@uea.ac.uk::7be3f8db-6531-4688-947f-97c059ad5ac7" providerId="AD" clId="Web-{AA26DAE8-D0FA-95A3-43EF-6BB3471F8D45}" dt="2025-06-10T12:05:58.780" v="29"/>
          <ac:spMkLst>
            <pc:docMk/>
            <pc:sldMk cId="1719512804" sldId="273"/>
            <ac:spMk id="8" creationId="{183514A7-ED7D-8728-0029-62012D30BDC7}"/>
          </ac:spMkLst>
        </pc:spChg>
        <pc:spChg chg="add">
          <ac:chgData name="Muhammad Khurram (CMP - Student)" userId="S::seb24twu@uea.ac.uk::7be3f8db-6531-4688-947f-97c059ad5ac7" providerId="AD" clId="Web-{AA26DAE8-D0FA-95A3-43EF-6BB3471F8D45}" dt="2025-06-10T12:05:40.842" v="28"/>
          <ac:spMkLst>
            <pc:docMk/>
            <pc:sldMk cId="1719512804" sldId="273"/>
            <ac:spMk id="11" creationId="{1C582B07-D0F0-4B6B-A5D9-D2F192CB3A4E}"/>
          </ac:spMkLst>
        </pc:spChg>
        <pc:spChg chg="add">
          <ac:chgData name="Muhammad Khurram (CMP - Student)" userId="S::seb24twu@uea.ac.uk::7be3f8db-6531-4688-947f-97c059ad5ac7" providerId="AD" clId="Web-{AA26DAE8-D0FA-95A3-43EF-6BB3471F8D45}" dt="2025-06-10T12:05:40.842" v="28"/>
          <ac:spMkLst>
            <pc:docMk/>
            <pc:sldMk cId="1719512804" sldId="273"/>
            <ac:spMk id="13" creationId="{3712ED8D-807A-4E94-A9AF-C44676151773}"/>
          </ac:spMkLst>
        </pc:spChg>
        <pc:spChg chg="add">
          <ac:chgData name="Muhammad Khurram (CMP - Student)" userId="S::seb24twu@uea.ac.uk::7be3f8db-6531-4688-947f-97c059ad5ac7" providerId="AD" clId="Web-{AA26DAE8-D0FA-95A3-43EF-6BB3471F8D45}" dt="2025-06-10T12:05:40.842" v="28"/>
          <ac:spMkLst>
            <pc:docMk/>
            <pc:sldMk cId="1719512804" sldId="273"/>
            <ac:spMk id="15" creationId="{DA1A4301-6FFC-4C82-A1FA-7634D8CAA8F5}"/>
          </ac:spMkLst>
        </pc:spChg>
        <pc:spChg chg="add">
          <ac:chgData name="Muhammad Khurram (CMP - Student)" userId="S::seb24twu@uea.ac.uk::7be3f8db-6531-4688-947f-97c059ad5ac7" providerId="AD" clId="Web-{AA26DAE8-D0FA-95A3-43EF-6BB3471F8D45}" dt="2025-06-10T12:05:40.842" v="28"/>
          <ac:spMkLst>
            <pc:docMk/>
            <pc:sldMk cId="1719512804" sldId="273"/>
            <ac:spMk id="48" creationId="{D8667B21-A39C-4ABB-9CED-0DD4CD739502}"/>
          </ac:spMkLst>
        </pc:spChg>
        <pc:grpChg chg="add">
          <ac:chgData name="Muhammad Khurram (CMP - Student)" userId="S::seb24twu@uea.ac.uk::7be3f8db-6531-4688-947f-97c059ad5ac7" providerId="AD" clId="Web-{AA26DAE8-D0FA-95A3-43EF-6BB3471F8D45}" dt="2025-06-10T12:05:40.842" v="28"/>
          <ac:grpSpMkLst>
            <pc:docMk/>
            <pc:sldMk cId="1719512804" sldId="273"/>
            <ac:grpSpMk id="17" creationId="{8323DD1D-77DE-48B2-A0A0-6265801531E5}"/>
          </ac:grpSpMkLst>
        </pc:grpChg>
        <pc:picChg chg="add mod ord">
          <ac:chgData name="Muhammad Khurram (CMP - Student)" userId="S::seb24twu@uea.ac.uk::7be3f8db-6531-4688-947f-97c059ad5ac7" providerId="AD" clId="Web-{AA26DAE8-D0FA-95A3-43EF-6BB3471F8D45}" dt="2025-06-10T12:06:12.499" v="31" actId="14100"/>
          <ac:picMkLst>
            <pc:docMk/>
            <pc:sldMk cId="1719512804" sldId="273"/>
            <ac:picMk id="4" creationId="{4E7A9A26-7A96-DE5A-709C-A622633255A1}"/>
          </ac:picMkLst>
        </pc:picChg>
      </pc:sldChg>
    </pc:docChg>
  </pc:docChgLst>
  <pc:docChgLst>
    <pc:chgData name="Charlie Doonan (CMP - Student)" userId="S::frj24mnu@uea.ac.uk::ba7eec98-feb2-46b0-bfd0-9bea1452f7ba" providerId="AD" clId="Web-{1903BEE8-F1A6-C804-C784-4BE2C68B8017}"/>
    <pc:docChg chg="addSld modSld">
      <pc:chgData name="Charlie Doonan (CMP - Student)" userId="S::frj24mnu@uea.ac.uk::ba7eec98-feb2-46b0-bfd0-9bea1452f7ba" providerId="AD" clId="Web-{1903BEE8-F1A6-C804-C784-4BE2C68B8017}" dt="2025-06-08T22:36:15.809" v="9" actId="20577"/>
      <pc:docMkLst>
        <pc:docMk/>
      </pc:docMkLst>
      <pc:sldChg chg="modSp new">
        <pc:chgData name="Charlie Doonan (CMP - Student)" userId="S::frj24mnu@uea.ac.uk::ba7eec98-feb2-46b0-bfd0-9bea1452f7ba" providerId="AD" clId="Web-{1903BEE8-F1A6-C804-C784-4BE2C68B8017}" dt="2025-06-08T22:36:11.996" v="5" actId="20577"/>
        <pc:sldMkLst>
          <pc:docMk/>
          <pc:sldMk cId="3338269164" sldId="270"/>
        </pc:sldMkLst>
        <pc:spChg chg="mod">
          <ac:chgData name="Charlie Doonan (CMP - Student)" userId="S::frj24mnu@uea.ac.uk::ba7eec98-feb2-46b0-bfd0-9bea1452f7ba" providerId="AD" clId="Web-{1903BEE8-F1A6-C804-C784-4BE2C68B8017}" dt="2025-06-08T22:36:11.996" v="5" actId="20577"/>
          <ac:spMkLst>
            <pc:docMk/>
            <pc:sldMk cId="3338269164" sldId="270"/>
            <ac:spMk id="2" creationId="{FF926FB2-3CE4-5CC7-235C-EDBBC206BFF1}"/>
          </ac:spMkLst>
        </pc:spChg>
      </pc:sldChg>
      <pc:sldChg chg="modSp new">
        <pc:chgData name="Charlie Doonan (CMP - Student)" userId="S::frj24mnu@uea.ac.uk::ba7eec98-feb2-46b0-bfd0-9bea1452f7ba" providerId="AD" clId="Web-{1903BEE8-F1A6-C804-C784-4BE2C68B8017}" dt="2025-06-08T22:36:15.809" v="9" actId="20577"/>
        <pc:sldMkLst>
          <pc:docMk/>
          <pc:sldMk cId="2050066299" sldId="271"/>
        </pc:sldMkLst>
        <pc:spChg chg="mod">
          <ac:chgData name="Charlie Doonan (CMP - Student)" userId="S::frj24mnu@uea.ac.uk::ba7eec98-feb2-46b0-bfd0-9bea1452f7ba" providerId="AD" clId="Web-{1903BEE8-F1A6-C804-C784-4BE2C68B8017}" dt="2025-06-08T22:36:15.809" v="9" actId="20577"/>
          <ac:spMkLst>
            <pc:docMk/>
            <pc:sldMk cId="2050066299" sldId="271"/>
            <ac:spMk id="2" creationId="{DDD4A4D2-66B2-D81E-1887-25D2CA083487}"/>
          </ac:spMkLst>
        </pc:spChg>
      </pc:sldChg>
    </pc:docChg>
  </pc:docChgLst>
  <pc:docChgLst>
    <pc:chgData name="Muhammad Khurram (CMP - Student)" userId="S::seb24twu@uea.ac.uk::7be3f8db-6531-4688-947f-97c059ad5ac7" providerId="AD" clId="Web-{3FBFEC89-C8FF-F19D-9432-031419BE0D7D}"/>
    <pc:docChg chg="addSld modSld">
      <pc:chgData name="Muhammad Khurram (CMP - Student)" userId="S::seb24twu@uea.ac.uk::7be3f8db-6531-4688-947f-97c059ad5ac7" providerId="AD" clId="Web-{3FBFEC89-C8FF-F19D-9432-031419BE0D7D}" dt="2025-06-11T12:56:51.283" v="28" actId="20577"/>
      <pc:docMkLst>
        <pc:docMk/>
      </pc:docMkLst>
      <pc:sldChg chg="addSp delSp modSp">
        <pc:chgData name="Muhammad Khurram (CMP - Student)" userId="S::seb24twu@uea.ac.uk::7be3f8db-6531-4688-947f-97c059ad5ac7" providerId="AD" clId="Web-{3FBFEC89-C8FF-F19D-9432-031419BE0D7D}" dt="2025-06-11T10:57:03.659" v="5" actId="1076"/>
        <pc:sldMkLst>
          <pc:docMk/>
          <pc:sldMk cId="2832290272" sldId="272"/>
        </pc:sldMkLst>
        <pc:picChg chg="add del mod">
          <ac:chgData name="Muhammad Khurram (CMP - Student)" userId="S::seb24twu@uea.ac.uk::7be3f8db-6531-4688-947f-97c059ad5ac7" providerId="AD" clId="Web-{3FBFEC89-C8FF-F19D-9432-031419BE0D7D}" dt="2025-06-11T10:56:22.031" v="2"/>
          <ac:picMkLst>
            <pc:docMk/>
            <pc:sldMk cId="2832290272" sldId="272"/>
            <ac:picMk id="3" creationId="{0074C1F2-905E-7ACA-0B5A-31853F13845C}"/>
          </ac:picMkLst>
        </pc:picChg>
        <pc:picChg chg="del">
          <ac:chgData name="Muhammad Khurram (CMP - Student)" userId="S::seb24twu@uea.ac.uk::7be3f8db-6531-4688-947f-97c059ad5ac7" providerId="AD" clId="Web-{3FBFEC89-C8FF-F19D-9432-031419BE0D7D}" dt="2025-06-11T10:56:12.671" v="0"/>
          <ac:picMkLst>
            <pc:docMk/>
            <pc:sldMk cId="2832290272" sldId="272"/>
            <ac:picMk id="4" creationId="{4E494A03-5304-9087-1EB1-51D4B41D7B48}"/>
          </ac:picMkLst>
        </pc:picChg>
        <pc:picChg chg="add mod">
          <ac:chgData name="Muhammad Khurram (CMP - Student)" userId="S::seb24twu@uea.ac.uk::7be3f8db-6531-4688-947f-97c059ad5ac7" providerId="AD" clId="Web-{3FBFEC89-C8FF-F19D-9432-031419BE0D7D}" dt="2025-06-11T10:57:03.659" v="5" actId="1076"/>
          <ac:picMkLst>
            <pc:docMk/>
            <pc:sldMk cId="2832290272" sldId="272"/>
            <ac:picMk id="5" creationId="{2E6F564B-BE3E-B8AC-6BAC-2861EDC46732}"/>
          </ac:picMkLst>
        </pc:picChg>
      </pc:sldChg>
      <pc:sldChg chg="addSp delSp modSp">
        <pc:chgData name="Muhammad Khurram (CMP - Student)" userId="S::seb24twu@uea.ac.uk::7be3f8db-6531-4688-947f-97c059ad5ac7" providerId="AD" clId="Web-{3FBFEC89-C8FF-F19D-9432-031419BE0D7D}" dt="2025-06-11T11:41:45.066" v="11" actId="14100"/>
        <pc:sldMkLst>
          <pc:docMk/>
          <pc:sldMk cId="1719512804" sldId="273"/>
        </pc:sldMkLst>
        <pc:spChg chg="mod">
          <ac:chgData name="Muhammad Khurram (CMP - Student)" userId="S::seb24twu@uea.ac.uk::7be3f8db-6531-4688-947f-97c059ad5ac7" providerId="AD" clId="Web-{3FBFEC89-C8FF-F19D-9432-031419BE0D7D}" dt="2025-06-11T11:34:57.691" v="10"/>
          <ac:spMkLst>
            <pc:docMk/>
            <pc:sldMk cId="1719512804" sldId="273"/>
            <ac:spMk id="2" creationId="{5CD29A5C-1E42-34E5-7C4D-681F15C81CCC}"/>
          </ac:spMkLst>
        </pc:spChg>
        <pc:spChg chg="del">
          <ac:chgData name="Muhammad Khurram (CMP - Student)" userId="S::seb24twu@uea.ac.uk::7be3f8db-6531-4688-947f-97c059ad5ac7" providerId="AD" clId="Web-{3FBFEC89-C8FF-F19D-9432-031419BE0D7D}" dt="2025-06-11T11:34:57.691" v="10"/>
          <ac:spMkLst>
            <pc:docMk/>
            <pc:sldMk cId="1719512804" sldId="273"/>
            <ac:spMk id="11" creationId="{1C582B07-D0F0-4B6B-A5D9-D2F192CB3A4E}"/>
          </ac:spMkLst>
        </pc:spChg>
        <pc:spChg chg="del">
          <ac:chgData name="Muhammad Khurram (CMP - Student)" userId="S::seb24twu@uea.ac.uk::7be3f8db-6531-4688-947f-97c059ad5ac7" providerId="AD" clId="Web-{3FBFEC89-C8FF-F19D-9432-031419BE0D7D}" dt="2025-06-11T11:34:57.691" v="10"/>
          <ac:spMkLst>
            <pc:docMk/>
            <pc:sldMk cId="1719512804" sldId="273"/>
            <ac:spMk id="15" creationId="{DA1A4301-6FFC-4C82-A1FA-7634D8CAA8F5}"/>
          </ac:spMkLst>
        </pc:spChg>
        <pc:spChg chg="del">
          <ac:chgData name="Muhammad Khurram (CMP - Student)" userId="S::seb24twu@uea.ac.uk::7be3f8db-6531-4688-947f-97c059ad5ac7" providerId="AD" clId="Web-{3FBFEC89-C8FF-F19D-9432-031419BE0D7D}" dt="2025-06-11T11:34:57.691" v="10"/>
          <ac:spMkLst>
            <pc:docMk/>
            <pc:sldMk cId="1719512804" sldId="273"/>
            <ac:spMk id="48" creationId="{D8667B21-A39C-4ABB-9CED-0DD4CD739502}"/>
          </ac:spMkLst>
        </pc:spChg>
        <pc:spChg chg="add">
          <ac:chgData name="Muhammad Khurram (CMP - Student)" userId="S::seb24twu@uea.ac.uk::7be3f8db-6531-4688-947f-97c059ad5ac7" providerId="AD" clId="Web-{3FBFEC89-C8FF-F19D-9432-031419BE0D7D}" dt="2025-06-11T11:34:57.691" v="10"/>
          <ac:spMkLst>
            <pc:docMk/>
            <pc:sldMk cId="1719512804" sldId="273"/>
            <ac:spMk id="53" creationId="{A4798C7F-C8CA-4799-BF37-3AB4642CDB66}"/>
          </ac:spMkLst>
        </pc:spChg>
        <pc:spChg chg="add">
          <ac:chgData name="Muhammad Khurram (CMP - Student)" userId="S::seb24twu@uea.ac.uk::7be3f8db-6531-4688-947f-97c059ad5ac7" providerId="AD" clId="Web-{3FBFEC89-C8FF-F19D-9432-031419BE0D7D}" dt="2025-06-11T11:34:57.691" v="10"/>
          <ac:spMkLst>
            <pc:docMk/>
            <pc:sldMk cId="1719512804" sldId="273"/>
            <ac:spMk id="88" creationId="{0A253F60-DE40-4508-A37A-61331DF1DD5D}"/>
          </ac:spMkLst>
        </pc:spChg>
        <pc:spChg chg="add">
          <ac:chgData name="Muhammad Khurram (CMP - Student)" userId="S::seb24twu@uea.ac.uk::7be3f8db-6531-4688-947f-97c059ad5ac7" providerId="AD" clId="Web-{3FBFEC89-C8FF-F19D-9432-031419BE0D7D}" dt="2025-06-11T11:34:57.691" v="10"/>
          <ac:spMkLst>
            <pc:docMk/>
            <pc:sldMk cId="1719512804" sldId="273"/>
            <ac:spMk id="123" creationId="{EB68BB96-3C54-47CE-A559-16FC5968EE9F}"/>
          </ac:spMkLst>
        </pc:spChg>
        <pc:spChg chg="add">
          <ac:chgData name="Muhammad Khurram (CMP - Student)" userId="S::seb24twu@uea.ac.uk::7be3f8db-6531-4688-947f-97c059ad5ac7" providerId="AD" clId="Web-{3FBFEC89-C8FF-F19D-9432-031419BE0D7D}" dt="2025-06-11T11:34:57.691" v="10"/>
          <ac:spMkLst>
            <pc:docMk/>
            <pc:sldMk cId="1719512804" sldId="273"/>
            <ac:spMk id="158" creationId="{4A929113-1368-4B1B-9C6F-140F47CBF40E}"/>
          </ac:spMkLst>
        </pc:spChg>
        <pc:spChg chg="add">
          <ac:chgData name="Muhammad Khurram (CMP - Student)" userId="S::seb24twu@uea.ac.uk::7be3f8db-6531-4688-947f-97c059ad5ac7" providerId="AD" clId="Web-{3FBFEC89-C8FF-F19D-9432-031419BE0D7D}" dt="2025-06-11T11:34:57.691" v="10"/>
          <ac:spMkLst>
            <pc:docMk/>
            <pc:sldMk cId="1719512804" sldId="273"/>
            <ac:spMk id="160" creationId="{C24346C5-B1C8-4C83-846B-122A3B4B2FEE}"/>
          </ac:spMkLst>
        </pc:spChg>
        <pc:spChg chg="add">
          <ac:chgData name="Muhammad Khurram (CMP - Student)" userId="S::seb24twu@uea.ac.uk::7be3f8db-6531-4688-947f-97c059ad5ac7" providerId="AD" clId="Web-{3FBFEC89-C8FF-F19D-9432-031419BE0D7D}" dt="2025-06-11T11:34:57.691" v="10"/>
          <ac:spMkLst>
            <pc:docMk/>
            <pc:sldMk cId="1719512804" sldId="273"/>
            <ac:spMk id="162" creationId="{0B6C48B2-8296-4312-8901-93BB7735D17B}"/>
          </ac:spMkLst>
        </pc:spChg>
        <pc:picChg chg="add mod">
          <ac:chgData name="Muhammad Khurram (CMP - Student)" userId="S::seb24twu@uea.ac.uk::7be3f8db-6531-4688-947f-97c059ad5ac7" providerId="AD" clId="Web-{3FBFEC89-C8FF-F19D-9432-031419BE0D7D}" dt="2025-06-11T11:41:45.066" v="11" actId="14100"/>
          <ac:picMkLst>
            <pc:docMk/>
            <pc:sldMk cId="1719512804" sldId="273"/>
            <ac:picMk id="3" creationId="{7186BF4C-BBA6-ADA7-76AA-7869B912A646}"/>
          </ac:picMkLst>
        </pc:picChg>
        <pc:picChg chg="del mod modCrop">
          <ac:chgData name="Muhammad Khurram (CMP - Student)" userId="S::seb24twu@uea.ac.uk::7be3f8db-6531-4688-947f-97c059ad5ac7" providerId="AD" clId="Web-{3FBFEC89-C8FF-F19D-9432-031419BE0D7D}" dt="2025-06-11T11:34:46.722" v="8"/>
          <ac:picMkLst>
            <pc:docMk/>
            <pc:sldMk cId="1719512804" sldId="273"/>
            <ac:picMk id="4" creationId="{4E7A9A26-7A96-DE5A-709C-A622633255A1}"/>
          </ac:picMkLst>
        </pc:picChg>
      </pc:sldChg>
      <pc:sldChg chg="addSp delSp modSp new mod setBg">
        <pc:chgData name="Muhammad Khurram (CMP - Student)" userId="S::seb24twu@uea.ac.uk::7be3f8db-6531-4688-947f-97c059ad5ac7" providerId="AD" clId="Web-{3FBFEC89-C8FF-F19D-9432-031419BE0D7D}" dt="2025-06-11T12:56:51.283" v="28" actId="20577"/>
        <pc:sldMkLst>
          <pc:docMk/>
          <pc:sldMk cId="154969121" sldId="274"/>
        </pc:sldMkLst>
        <pc:spChg chg="mod">
          <ac:chgData name="Muhammad Khurram (CMP - Student)" userId="S::seb24twu@uea.ac.uk::7be3f8db-6531-4688-947f-97c059ad5ac7" providerId="AD" clId="Web-{3FBFEC89-C8FF-F19D-9432-031419BE0D7D}" dt="2025-06-11T12:56:51.283" v="28" actId="20577"/>
          <ac:spMkLst>
            <pc:docMk/>
            <pc:sldMk cId="154969121" sldId="274"/>
            <ac:spMk id="2" creationId="{83F5592B-85D8-5821-8A3A-629A89072E47}"/>
          </ac:spMkLst>
        </pc:spChg>
        <pc:spChg chg="del">
          <ac:chgData name="Muhammad Khurram (CMP - Student)" userId="S::seb24twu@uea.ac.uk::7be3f8db-6531-4688-947f-97c059ad5ac7" providerId="AD" clId="Web-{3FBFEC89-C8FF-F19D-9432-031419BE0D7D}" dt="2025-06-11T12:17:40.923" v="16"/>
          <ac:spMkLst>
            <pc:docMk/>
            <pc:sldMk cId="154969121" sldId="274"/>
            <ac:spMk id="3" creationId="{8FBD7B49-1234-37E1-0163-54C85D59DB3A}"/>
          </ac:spMkLst>
        </pc:spChg>
        <pc:spChg chg="add del mod">
          <ac:chgData name="Muhammad Khurram (CMP - Student)" userId="S::seb24twu@uea.ac.uk::7be3f8db-6531-4688-947f-97c059ad5ac7" providerId="AD" clId="Web-{3FBFEC89-C8FF-F19D-9432-031419BE0D7D}" dt="2025-06-11T12:23:58.817" v="21"/>
          <ac:spMkLst>
            <pc:docMk/>
            <pc:sldMk cId="154969121" sldId="274"/>
            <ac:spMk id="4" creationId="{0E1A8242-0EDB-526B-87B5-6243657B76B6}"/>
          </ac:spMkLst>
        </pc:spChg>
        <pc:spChg chg="add">
          <ac:chgData name="Muhammad Khurram (CMP - Student)" userId="S::seb24twu@uea.ac.uk::7be3f8db-6531-4688-947f-97c059ad5ac7" providerId="AD" clId="Web-{3FBFEC89-C8FF-F19D-9432-031419BE0D7D}" dt="2025-06-11T12:24:34.928" v="23"/>
          <ac:spMkLst>
            <pc:docMk/>
            <pc:sldMk cId="154969121" sldId="274"/>
            <ac:spMk id="10" creationId="{A4798C7F-C8CA-4799-BF37-3AB4642CDB66}"/>
          </ac:spMkLst>
        </pc:spChg>
        <pc:spChg chg="add">
          <ac:chgData name="Muhammad Khurram (CMP - Student)" userId="S::seb24twu@uea.ac.uk::7be3f8db-6531-4688-947f-97c059ad5ac7" providerId="AD" clId="Web-{3FBFEC89-C8FF-F19D-9432-031419BE0D7D}" dt="2025-06-11T12:24:34.928" v="23"/>
          <ac:spMkLst>
            <pc:docMk/>
            <pc:sldMk cId="154969121" sldId="274"/>
            <ac:spMk id="43" creationId="{216BB147-20D5-4D93-BDA5-1BC614D6A4B2}"/>
          </ac:spMkLst>
        </pc:spChg>
        <pc:spChg chg="add">
          <ac:chgData name="Muhammad Khurram (CMP - Student)" userId="S::seb24twu@uea.ac.uk::7be3f8db-6531-4688-947f-97c059ad5ac7" providerId="AD" clId="Web-{3FBFEC89-C8FF-F19D-9432-031419BE0D7D}" dt="2025-06-11T12:24:34.928" v="23"/>
          <ac:spMkLst>
            <pc:docMk/>
            <pc:sldMk cId="154969121" sldId="274"/>
            <ac:spMk id="45" creationId="{0A253F60-DE40-4508-A37A-61331DF1DD5D}"/>
          </ac:spMkLst>
        </pc:spChg>
        <pc:spChg chg="add">
          <ac:chgData name="Muhammad Khurram (CMP - Student)" userId="S::seb24twu@uea.ac.uk::7be3f8db-6531-4688-947f-97c059ad5ac7" providerId="AD" clId="Web-{3FBFEC89-C8FF-F19D-9432-031419BE0D7D}" dt="2025-06-11T12:24:34.928" v="23"/>
          <ac:spMkLst>
            <pc:docMk/>
            <pc:sldMk cId="154969121" sldId="274"/>
            <ac:spMk id="47" creationId="{3BBF3378-C49E-4B97-A883-6393FBF18C0B}"/>
          </ac:spMkLst>
        </pc:spChg>
        <pc:spChg chg="add">
          <ac:chgData name="Muhammad Khurram (CMP - Student)" userId="S::seb24twu@uea.ac.uk::7be3f8db-6531-4688-947f-97c059ad5ac7" providerId="AD" clId="Web-{3FBFEC89-C8FF-F19D-9432-031419BE0D7D}" dt="2025-06-11T12:24:34.928" v="23"/>
          <ac:spMkLst>
            <pc:docMk/>
            <pc:sldMk cId="154969121" sldId="274"/>
            <ac:spMk id="80" creationId="{EB68BB96-3C54-47CE-A559-16FC5968EE9F}"/>
          </ac:spMkLst>
        </pc:spChg>
        <pc:spChg chg="add">
          <ac:chgData name="Muhammad Khurram (CMP - Student)" userId="S::seb24twu@uea.ac.uk::7be3f8db-6531-4688-947f-97c059ad5ac7" providerId="AD" clId="Web-{3FBFEC89-C8FF-F19D-9432-031419BE0D7D}" dt="2025-06-11T12:24:34.928" v="23"/>
          <ac:spMkLst>
            <pc:docMk/>
            <pc:sldMk cId="154969121" sldId="274"/>
            <ac:spMk id="113" creationId="{13B6DAC6-0186-4D62-AD69-90B9C0411EA3}"/>
          </ac:spMkLst>
        </pc:spChg>
        <pc:spChg chg="add">
          <ac:chgData name="Muhammad Khurram (CMP - Student)" userId="S::seb24twu@uea.ac.uk::7be3f8db-6531-4688-947f-97c059ad5ac7" providerId="AD" clId="Web-{3FBFEC89-C8FF-F19D-9432-031419BE0D7D}" dt="2025-06-11T12:24:34.928" v="23"/>
          <ac:spMkLst>
            <pc:docMk/>
            <pc:sldMk cId="154969121" sldId="274"/>
            <ac:spMk id="115" creationId="{BA6285CA-6AFA-4F27-AFB5-1B32CDE09B1A}"/>
          </ac:spMkLst>
        </pc:spChg>
        <pc:spChg chg="add">
          <ac:chgData name="Muhammad Khurram (CMP - Student)" userId="S::seb24twu@uea.ac.uk::7be3f8db-6531-4688-947f-97c059ad5ac7" providerId="AD" clId="Web-{3FBFEC89-C8FF-F19D-9432-031419BE0D7D}" dt="2025-06-11T12:24:34.928" v="23"/>
          <ac:spMkLst>
            <pc:docMk/>
            <pc:sldMk cId="154969121" sldId="274"/>
            <ac:spMk id="117" creationId="{94D786EB-944C-47D5-B631-899F4029B02E}"/>
          </ac:spMkLst>
        </pc:spChg>
        <pc:spChg chg="add">
          <ac:chgData name="Muhammad Khurram (CMP - Student)" userId="S::seb24twu@uea.ac.uk::7be3f8db-6531-4688-947f-97c059ad5ac7" providerId="AD" clId="Web-{3FBFEC89-C8FF-F19D-9432-031419BE0D7D}" dt="2025-06-11T12:24:34.928" v="23"/>
          <ac:spMkLst>
            <pc:docMk/>
            <pc:sldMk cId="154969121" sldId="274"/>
            <ac:spMk id="119" creationId="{41FB6F01-9581-4ED4-833E-048E9F3C8BEA}"/>
          </ac:spMkLst>
        </pc:spChg>
        <pc:picChg chg="add mod">
          <ac:chgData name="Muhammad Khurram (CMP - Student)" userId="S::seb24twu@uea.ac.uk::7be3f8db-6531-4688-947f-97c059ad5ac7" providerId="AD" clId="Web-{3FBFEC89-C8FF-F19D-9432-031419BE0D7D}" dt="2025-06-11T12:24:29.677" v="22"/>
          <ac:picMkLst>
            <pc:docMk/>
            <pc:sldMk cId="154969121" sldId="274"/>
            <ac:picMk id="5" creationId="{17FF4477-4F36-34A1-8E1F-336E7FDCA2A1}"/>
          </ac:picMkLst>
        </pc:picChg>
      </pc:sldChg>
    </pc:docChg>
  </pc:docChgLst>
  <pc:docChgLst>
    <pc:chgData name="Jakub Pogorzelski (CMP - Student)" userId="S::ngs24aau@uea.ac.uk::4946e90b-e8aa-4eff-a421-f8c27a394c54" providerId="AD" clId="Web-{99B72D0D-C2C2-5D72-5185-53BAD49CBE30}"/>
    <pc:docChg chg="addSld modSld sldOrd">
      <pc:chgData name="Jakub Pogorzelski (CMP - Student)" userId="S::ngs24aau@uea.ac.uk::4946e90b-e8aa-4eff-a421-f8c27a394c54" providerId="AD" clId="Web-{99B72D0D-C2C2-5D72-5185-53BAD49CBE30}" dt="2025-06-12T10:14:06.943" v="385"/>
      <pc:docMkLst>
        <pc:docMk/>
      </pc:docMkLst>
      <pc:sldChg chg="addSp delSp modSp mod setBg">
        <pc:chgData name="Jakub Pogorzelski (CMP - Student)" userId="S::ngs24aau@uea.ac.uk::4946e90b-e8aa-4eff-a421-f8c27a394c54" providerId="AD" clId="Web-{99B72D0D-C2C2-5D72-5185-53BAD49CBE30}" dt="2025-06-12T10:11:44.891" v="379"/>
        <pc:sldMkLst>
          <pc:docMk/>
          <pc:sldMk cId="3420665335" sldId="259"/>
        </pc:sldMkLst>
        <pc:spChg chg="mod">
          <ac:chgData name="Jakub Pogorzelski (CMP - Student)" userId="S::ngs24aau@uea.ac.uk::4946e90b-e8aa-4eff-a421-f8c27a394c54" providerId="AD" clId="Web-{99B72D0D-C2C2-5D72-5185-53BAD49CBE30}" dt="2025-06-12T10:11:44.891" v="379"/>
          <ac:spMkLst>
            <pc:docMk/>
            <pc:sldMk cId="3420665335" sldId="259"/>
            <ac:spMk id="2" creationId="{540C0939-5E1A-5D3B-73A1-3E77820E0F7F}"/>
          </ac:spMkLst>
        </pc:spChg>
        <pc:spChg chg="del mod">
          <ac:chgData name="Jakub Pogorzelski (CMP - Student)" userId="S::ngs24aau@uea.ac.uk::4946e90b-e8aa-4eff-a421-f8c27a394c54" providerId="AD" clId="Web-{99B72D0D-C2C2-5D72-5185-53BAD49CBE30}" dt="2025-06-12T10:11:44.891" v="379"/>
          <ac:spMkLst>
            <pc:docMk/>
            <pc:sldMk cId="3420665335" sldId="259"/>
            <ac:spMk id="3" creationId="{E248967A-DECA-B508-7912-A2AFCEBA6820}"/>
          </ac:spMkLst>
        </pc:spChg>
        <pc:spChg chg="add">
          <ac:chgData name="Jakub Pogorzelski (CMP - Student)" userId="S::ngs24aau@uea.ac.uk::4946e90b-e8aa-4eff-a421-f8c27a394c54" providerId="AD" clId="Web-{99B72D0D-C2C2-5D72-5185-53BAD49CBE30}" dt="2025-06-12T10:11:44.891" v="379"/>
          <ac:spMkLst>
            <pc:docMk/>
            <pc:sldMk cId="3420665335" sldId="259"/>
            <ac:spMk id="9" creationId="{8E7E1993-6448-42F8-8FB3-76104F45B344}"/>
          </ac:spMkLst>
        </pc:spChg>
        <pc:spChg chg="add">
          <ac:chgData name="Jakub Pogorzelski (CMP - Student)" userId="S::ngs24aau@uea.ac.uk::4946e90b-e8aa-4eff-a421-f8c27a394c54" providerId="AD" clId="Web-{99B72D0D-C2C2-5D72-5185-53BAD49CBE30}" dt="2025-06-12T10:11:44.891" v="379"/>
          <ac:spMkLst>
            <pc:docMk/>
            <pc:sldMk cId="3420665335" sldId="259"/>
            <ac:spMk id="11" creationId="{5B62175A-9061-4508-B024-671E2C3C3AAD}"/>
          </ac:spMkLst>
        </pc:spChg>
        <pc:spChg chg="add">
          <ac:chgData name="Jakub Pogorzelski (CMP - Student)" userId="S::ngs24aau@uea.ac.uk::4946e90b-e8aa-4eff-a421-f8c27a394c54" providerId="AD" clId="Web-{99B72D0D-C2C2-5D72-5185-53BAD49CBE30}" dt="2025-06-12T10:11:44.891" v="379"/>
          <ac:spMkLst>
            <pc:docMk/>
            <pc:sldMk cId="3420665335" sldId="259"/>
            <ac:spMk id="13" creationId="{2391C84E-C2EA-44FC-A7D1-FAE3E2850552}"/>
          </ac:spMkLst>
        </pc:spChg>
        <pc:spChg chg="add">
          <ac:chgData name="Jakub Pogorzelski (CMP - Student)" userId="S::ngs24aau@uea.ac.uk::4946e90b-e8aa-4eff-a421-f8c27a394c54" providerId="AD" clId="Web-{99B72D0D-C2C2-5D72-5185-53BAD49CBE30}" dt="2025-06-12T10:11:44.891" v="379"/>
          <ac:spMkLst>
            <pc:docMk/>
            <pc:sldMk cId="3420665335" sldId="259"/>
            <ac:spMk id="46" creationId="{7D7F7755-C305-4B28-8A86-8EA8898124E3}"/>
          </ac:spMkLst>
        </pc:spChg>
        <pc:grpChg chg="add">
          <ac:chgData name="Jakub Pogorzelski (CMP - Student)" userId="S::ngs24aau@uea.ac.uk::4946e90b-e8aa-4eff-a421-f8c27a394c54" providerId="AD" clId="Web-{99B72D0D-C2C2-5D72-5185-53BAD49CBE30}" dt="2025-06-12T10:11:44.891" v="379"/>
          <ac:grpSpMkLst>
            <pc:docMk/>
            <pc:sldMk cId="3420665335" sldId="259"/>
            <ac:grpSpMk id="15" creationId="{47B3131A-B518-43E5-A896-E9D654A4863F}"/>
          </ac:grpSpMkLst>
        </pc:grpChg>
        <pc:graphicFrameChg chg="add">
          <ac:chgData name="Jakub Pogorzelski (CMP - Student)" userId="S::ngs24aau@uea.ac.uk::4946e90b-e8aa-4eff-a421-f8c27a394c54" providerId="AD" clId="Web-{99B72D0D-C2C2-5D72-5185-53BAD49CBE30}" dt="2025-06-12T10:11:44.891" v="379"/>
          <ac:graphicFrameMkLst>
            <pc:docMk/>
            <pc:sldMk cId="3420665335" sldId="259"/>
            <ac:graphicFrameMk id="6" creationId="{696342C9-F029-60D0-6BDA-B9AC2C4E16B1}"/>
          </ac:graphicFrameMkLst>
        </pc:graphicFrameChg>
      </pc:sldChg>
      <pc:sldChg chg="addSp modSp">
        <pc:chgData name="Jakub Pogorzelski (CMP - Student)" userId="S::ngs24aau@uea.ac.uk::4946e90b-e8aa-4eff-a421-f8c27a394c54" providerId="AD" clId="Web-{99B72D0D-C2C2-5D72-5185-53BAD49CBE30}" dt="2025-06-12T09:46:49.228" v="82"/>
        <pc:sldMkLst>
          <pc:docMk/>
          <pc:sldMk cId="2455014384" sldId="269"/>
        </pc:sldMkLst>
        <pc:picChg chg="add mod">
          <ac:chgData name="Jakub Pogorzelski (CMP - Student)" userId="S::ngs24aau@uea.ac.uk::4946e90b-e8aa-4eff-a421-f8c27a394c54" providerId="AD" clId="Web-{99B72D0D-C2C2-5D72-5185-53BAD49CBE30}" dt="2025-06-12T09:46:49.228" v="82"/>
          <ac:picMkLst>
            <pc:docMk/>
            <pc:sldMk cId="2455014384" sldId="269"/>
            <ac:picMk id="5" creationId="{1DFE5784-7D79-3F5D-EF7C-5095A04AC022}"/>
          </ac:picMkLst>
        </pc:picChg>
      </pc:sldChg>
      <pc:sldChg chg="ord">
        <pc:chgData name="Jakub Pogorzelski (CMP - Student)" userId="S::ngs24aau@uea.ac.uk::4946e90b-e8aa-4eff-a421-f8c27a394c54" providerId="AD" clId="Web-{99B72D0D-C2C2-5D72-5185-53BAD49CBE30}" dt="2025-06-12T09:39:42.259" v="81"/>
        <pc:sldMkLst>
          <pc:docMk/>
          <pc:sldMk cId="2832290272" sldId="272"/>
        </pc:sldMkLst>
      </pc:sldChg>
      <pc:sldChg chg="modSp new">
        <pc:chgData name="Jakub Pogorzelski (CMP - Student)" userId="S::ngs24aau@uea.ac.uk::4946e90b-e8aa-4eff-a421-f8c27a394c54" providerId="AD" clId="Web-{99B72D0D-C2C2-5D72-5185-53BAD49CBE30}" dt="2025-06-12T09:35:35.376" v="55" actId="20577"/>
        <pc:sldMkLst>
          <pc:docMk/>
          <pc:sldMk cId="3869084159" sldId="276"/>
        </pc:sldMkLst>
        <pc:spChg chg="mod">
          <ac:chgData name="Jakub Pogorzelski (CMP - Student)" userId="S::ngs24aau@uea.ac.uk::4946e90b-e8aa-4eff-a421-f8c27a394c54" providerId="AD" clId="Web-{99B72D0D-C2C2-5D72-5185-53BAD49CBE30}" dt="2025-06-12T09:32:11.837" v="20" actId="20577"/>
          <ac:spMkLst>
            <pc:docMk/>
            <pc:sldMk cId="3869084159" sldId="276"/>
            <ac:spMk id="2" creationId="{C5E86BBB-47C9-8383-3DAD-9F5536FCD20E}"/>
          </ac:spMkLst>
        </pc:spChg>
        <pc:spChg chg="mod">
          <ac:chgData name="Jakub Pogorzelski (CMP - Student)" userId="S::ngs24aau@uea.ac.uk::4946e90b-e8aa-4eff-a421-f8c27a394c54" providerId="AD" clId="Web-{99B72D0D-C2C2-5D72-5185-53BAD49CBE30}" dt="2025-06-12T09:35:35.376" v="55" actId="20577"/>
          <ac:spMkLst>
            <pc:docMk/>
            <pc:sldMk cId="3869084159" sldId="276"/>
            <ac:spMk id="3" creationId="{31400B8C-AF47-22F6-BE51-80708ABC0100}"/>
          </ac:spMkLst>
        </pc:spChg>
      </pc:sldChg>
      <pc:sldChg chg="addSp delSp modSp new mod setBg">
        <pc:chgData name="Jakub Pogorzelski (CMP - Student)" userId="S::ngs24aau@uea.ac.uk::4946e90b-e8aa-4eff-a421-f8c27a394c54" providerId="AD" clId="Web-{99B72D0D-C2C2-5D72-5185-53BAD49CBE30}" dt="2025-06-12T10:14:06.943" v="385"/>
        <pc:sldMkLst>
          <pc:docMk/>
          <pc:sldMk cId="1493445132" sldId="277"/>
        </pc:sldMkLst>
        <pc:spChg chg="mod">
          <ac:chgData name="Jakub Pogorzelski (CMP - Student)" userId="S::ngs24aau@uea.ac.uk::4946e90b-e8aa-4eff-a421-f8c27a394c54" providerId="AD" clId="Web-{99B72D0D-C2C2-5D72-5185-53BAD49CBE30}" dt="2025-06-12T09:38:43.320" v="80"/>
          <ac:spMkLst>
            <pc:docMk/>
            <pc:sldMk cId="1493445132" sldId="277"/>
            <ac:spMk id="2" creationId="{27894A21-E1AD-30A4-1A07-63A7267EB66F}"/>
          </ac:spMkLst>
        </pc:spChg>
        <pc:spChg chg="del">
          <ac:chgData name="Jakub Pogorzelski (CMP - Student)" userId="S::ngs24aau@uea.ac.uk::4946e90b-e8aa-4eff-a421-f8c27a394c54" providerId="AD" clId="Web-{99B72D0D-C2C2-5D72-5185-53BAD49CBE30}" dt="2025-06-12T09:38:31.726" v="76"/>
          <ac:spMkLst>
            <pc:docMk/>
            <pc:sldMk cId="1493445132" sldId="277"/>
            <ac:spMk id="3" creationId="{D0F6200B-E09E-E6C0-22F2-FA63FF666BFD}"/>
          </ac:spMkLst>
        </pc:spChg>
        <pc:spChg chg="add del">
          <ac:chgData name="Jakub Pogorzelski (CMP - Student)" userId="S::ngs24aau@uea.ac.uk::4946e90b-e8aa-4eff-a421-f8c27a394c54" providerId="AD" clId="Web-{99B72D0D-C2C2-5D72-5185-53BAD49CBE30}" dt="2025-06-12T09:38:43.195" v="79"/>
          <ac:spMkLst>
            <pc:docMk/>
            <pc:sldMk cId="1493445132" sldId="277"/>
            <ac:spMk id="10" creationId="{A4798C7F-C8CA-4799-BF37-3AB4642CDB66}"/>
          </ac:spMkLst>
        </pc:spChg>
        <pc:spChg chg="add del">
          <ac:chgData name="Jakub Pogorzelski (CMP - Student)" userId="S::ngs24aau@uea.ac.uk::4946e90b-e8aa-4eff-a421-f8c27a394c54" providerId="AD" clId="Web-{99B72D0D-C2C2-5D72-5185-53BAD49CBE30}" dt="2025-06-12T09:38:43.195" v="79"/>
          <ac:spMkLst>
            <pc:docMk/>
            <pc:sldMk cId="1493445132" sldId="277"/>
            <ac:spMk id="43" creationId="{216BB147-20D5-4D93-BDA5-1BC614D6A4B2}"/>
          </ac:spMkLst>
        </pc:spChg>
        <pc:spChg chg="add del">
          <ac:chgData name="Jakub Pogorzelski (CMP - Student)" userId="S::ngs24aau@uea.ac.uk::4946e90b-e8aa-4eff-a421-f8c27a394c54" providerId="AD" clId="Web-{99B72D0D-C2C2-5D72-5185-53BAD49CBE30}" dt="2025-06-12T09:38:43.195" v="79"/>
          <ac:spMkLst>
            <pc:docMk/>
            <pc:sldMk cId="1493445132" sldId="277"/>
            <ac:spMk id="45" creationId="{0A253F60-DE40-4508-A37A-61331DF1DD5D}"/>
          </ac:spMkLst>
        </pc:spChg>
        <pc:spChg chg="add del">
          <ac:chgData name="Jakub Pogorzelski (CMP - Student)" userId="S::ngs24aau@uea.ac.uk::4946e90b-e8aa-4eff-a421-f8c27a394c54" providerId="AD" clId="Web-{99B72D0D-C2C2-5D72-5185-53BAD49CBE30}" dt="2025-06-12T09:38:43.195" v="79"/>
          <ac:spMkLst>
            <pc:docMk/>
            <pc:sldMk cId="1493445132" sldId="277"/>
            <ac:spMk id="47" creationId="{3BBF3378-C49E-4B97-A883-6393FBF18C0B}"/>
          </ac:spMkLst>
        </pc:spChg>
        <pc:spChg chg="add del">
          <ac:chgData name="Jakub Pogorzelski (CMP - Student)" userId="S::ngs24aau@uea.ac.uk::4946e90b-e8aa-4eff-a421-f8c27a394c54" providerId="AD" clId="Web-{99B72D0D-C2C2-5D72-5185-53BAD49CBE30}" dt="2025-06-12T09:38:43.195" v="79"/>
          <ac:spMkLst>
            <pc:docMk/>
            <pc:sldMk cId="1493445132" sldId="277"/>
            <ac:spMk id="80" creationId="{EB68BB96-3C54-47CE-A559-16FC5968EE9F}"/>
          </ac:spMkLst>
        </pc:spChg>
        <pc:spChg chg="add del">
          <ac:chgData name="Jakub Pogorzelski (CMP - Student)" userId="S::ngs24aau@uea.ac.uk::4946e90b-e8aa-4eff-a421-f8c27a394c54" providerId="AD" clId="Web-{99B72D0D-C2C2-5D72-5185-53BAD49CBE30}" dt="2025-06-12T09:38:43.195" v="79"/>
          <ac:spMkLst>
            <pc:docMk/>
            <pc:sldMk cId="1493445132" sldId="277"/>
            <ac:spMk id="113" creationId="{BA6285CA-6AFA-4F27-AFB5-1B32CDE09B1A}"/>
          </ac:spMkLst>
        </pc:spChg>
        <pc:spChg chg="add del">
          <ac:chgData name="Jakub Pogorzelski (CMP - Student)" userId="S::ngs24aau@uea.ac.uk::4946e90b-e8aa-4eff-a421-f8c27a394c54" providerId="AD" clId="Web-{99B72D0D-C2C2-5D72-5185-53BAD49CBE30}" dt="2025-06-12T09:38:43.195" v="79"/>
          <ac:spMkLst>
            <pc:docMk/>
            <pc:sldMk cId="1493445132" sldId="277"/>
            <ac:spMk id="115" creationId="{AF152BFE-7BA8-4007-AD9C-F4DC95E437EE}"/>
          </ac:spMkLst>
        </pc:spChg>
        <pc:spChg chg="add del">
          <ac:chgData name="Jakub Pogorzelski (CMP - Student)" userId="S::ngs24aau@uea.ac.uk::4946e90b-e8aa-4eff-a421-f8c27a394c54" providerId="AD" clId="Web-{99B72D0D-C2C2-5D72-5185-53BAD49CBE30}" dt="2025-06-12T09:38:43.195" v="79"/>
          <ac:spMkLst>
            <pc:docMk/>
            <pc:sldMk cId="1493445132" sldId="277"/>
            <ac:spMk id="117" creationId="{7BCC6446-8462-4A63-9B6F-8F57EC40F648}"/>
          </ac:spMkLst>
        </pc:spChg>
        <pc:spChg chg="add del">
          <ac:chgData name="Jakub Pogorzelski (CMP - Student)" userId="S::ngs24aau@uea.ac.uk::4946e90b-e8aa-4eff-a421-f8c27a394c54" providerId="AD" clId="Web-{99B72D0D-C2C2-5D72-5185-53BAD49CBE30}" dt="2025-06-12T09:38:43.195" v="79"/>
          <ac:spMkLst>
            <pc:docMk/>
            <pc:sldMk cId="1493445132" sldId="277"/>
            <ac:spMk id="119" creationId="{B6DE7CCF-F894-44DD-9FA3-8BD0D5CE25AD}"/>
          </ac:spMkLst>
        </pc:spChg>
        <pc:spChg chg="add del">
          <ac:chgData name="Jakub Pogorzelski (CMP - Student)" userId="S::ngs24aau@uea.ac.uk::4946e90b-e8aa-4eff-a421-f8c27a394c54" providerId="AD" clId="Web-{99B72D0D-C2C2-5D72-5185-53BAD49CBE30}" dt="2025-06-12T10:00:23.241" v="183"/>
          <ac:spMkLst>
            <pc:docMk/>
            <pc:sldMk cId="1493445132" sldId="277"/>
            <ac:spMk id="152" creationId="{A4798C7F-C8CA-4799-BF37-3AB4642CDB66}"/>
          </ac:spMkLst>
        </pc:spChg>
        <pc:spChg chg="add">
          <ac:chgData name="Jakub Pogorzelski (CMP - Student)" userId="S::ngs24aau@uea.ac.uk::4946e90b-e8aa-4eff-a421-f8c27a394c54" providerId="AD" clId="Web-{99B72D0D-C2C2-5D72-5185-53BAD49CBE30}" dt="2025-06-12T09:38:43.320" v="80"/>
          <ac:spMkLst>
            <pc:docMk/>
            <pc:sldMk cId="1493445132" sldId="277"/>
            <ac:spMk id="154" creationId="{216BB147-20D5-4D93-BDA5-1BC614D6A4B2}"/>
          </ac:spMkLst>
        </pc:spChg>
        <pc:spChg chg="add del">
          <ac:chgData name="Jakub Pogorzelski (CMP - Student)" userId="S::ngs24aau@uea.ac.uk::4946e90b-e8aa-4eff-a421-f8c27a394c54" providerId="AD" clId="Web-{99B72D0D-C2C2-5D72-5185-53BAD49CBE30}" dt="2025-06-12T10:00:23.241" v="183"/>
          <ac:spMkLst>
            <pc:docMk/>
            <pc:sldMk cId="1493445132" sldId="277"/>
            <ac:spMk id="155" creationId="{0A253F60-DE40-4508-A37A-61331DF1DD5D}"/>
          </ac:spMkLst>
        </pc:spChg>
        <pc:spChg chg="add del">
          <ac:chgData name="Jakub Pogorzelski (CMP - Student)" userId="S::ngs24aau@uea.ac.uk::4946e90b-e8aa-4eff-a421-f8c27a394c54" providerId="AD" clId="Web-{99B72D0D-C2C2-5D72-5185-53BAD49CBE30}" dt="2025-06-12T10:00:23.241" v="183"/>
          <ac:spMkLst>
            <pc:docMk/>
            <pc:sldMk cId="1493445132" sldId="277"/>
            <ac:spMk id="156" creationId="{3BBF3378-C49E-4B97-A883-6393FBF18C0B}"/>
          </ac:spMkLst>
        </pc:spChg>
        <pc:spChg chg="add">
          <ac:chgData name="Jakub Pogorzelski (CMP - Student)" userId="S::ngs24aau@uea.ac.uk::4946e90b-e8aa-4eff-a421-f8c27a394c54" providerId="AD" clId="Web-{99B72D0D-C2C2-5D72-5185-53BAD49CBE30}" dt="2025-06-12T09:38:43.320" v="80"/>
          <ac:spMkLst>
            <pc:docMk/>
            <pc:sldMk cId="1493445132" sldId="277"/>
            <ac:spMk id="158" creationId="{EB68BB96-3C54-47CE-A559-16FC5968EE9F}"/>
          </ac:spMkLst>
        </pc:spChg>
        <pc:spChg chg="add">
          <ac:chgData name="Jakub Pogorzelski (CMP - Student)" userId="S::ngs24aau@uea.ac.uk::4946e90b-e8aa-4eff-a421-f8c27a394c54" providerId="AD" clId="Web-{99B72D0D-C2C2-5D72-5185-53BAD49CBE30}" dt="2025-06-12T09:38:43.320" v="80"/>
          <ac:spMkLst>
            <pc:docMk/>
            <pc:sldMk cId="1493445132" sldId="277"/>
            <ac:spMk id="160" creationId="{13B6DAC6-0186-4D62-AD69-90B9C0411EA3}"/>
          </ac:spMkLst>
        </pc:spChg>
        <pc:spChg chg="add">
          <ac:chgData name="Jakub Pogorzelski (CMP - Student)" userId="S::ngs24aau@uea.ac.uk::4946e90b-e8aa-4eff-a421-f8c27a394c54" providerId="AD" clId="Web-{99B72D0D-C2C2-5D72-5185-53BAD49CBE30}" dt="2025-06-12T09:38:43.320" v="80"/>
          <ac:spMkLst>
            <pc:docMk/>
            <pc:sldMk cId="1493445132" sldId="277"/>
            <ac:spMk id="161" creationId="{BA6285CA-6AFA-4F27-AFB5-1B32CDE09B1A}"/>
          </ac:spMkLst>
        </pc:spChg>
        <pc:spChg chg="add">
          <ac:chgData name="Jakub Pogorzelski (CMP - Student)" userId="S::ngs24aau@uea.ac.uk::4946e90b-e8aa-4eff-a421-f8c27a394c54" providerId="AD" clId="Web-{99B72D0D-C2C2-5D72-5185-53BAD49CBE30}" dt="2025-06-12T09:38:43.320" v="80"/>
          <ac:spMkLst>
            <pc:docMk/>
            <pc:sldMk cId="1493445132" sldId="277"/>
            <ac:spMk id="162" creationId="{94D786EB-944C-47D5-B631-899F4029B02E}"/>
          </ac:spMkLst>
        </pc:spChg>
        <pc:spChg chg="add del">
          <ac:chgData name="Jakub Pogorzelski (CMP - Student)" userId="S::ngs24aau@uea.ac.uk::4946e90b-e8aa-4eff-a421-f8c27a394c54" providerId="AD" clId="Web-{99B72D0D-C2C2-5D72-5185-53BAD49CBE30}" dt="2025-06-12T10:00:23.241" v="183"/>
          <ac:spMkLst>
            <pc:docMk/>
            <pc:sldMk cId="1493445132" sldId="277"/>
            <ac:spMk id="163" creationId="{41FB6F01-9581-4ED4-833E-048E9F3C8BEA}"/>
          </ac:spMkLst>
        </pc:spChg>
        <pc:spChg chg="add">
          <ac:chgData name="Jakub Pogorzelski (CMP - Student)" userId="S::ngs24aau@uea.ac.uk::4946e90b-e8aa-4eff-a421-f8c27a394c54" providerId="AD" clId="Web-{99B72D0D-C2C2-5D72-5185-53BAD49CBE30}" dt="2025-06-12T10:00:23.241" v="183"/>
          <ac:spMkLst>
            <pc:docMk/>
            <pc:sldMk cId="1493445132" sldId="277"/>
            <ac:spMk id="169" creationId="{A4798C7F-C8CA-4799-BF37-3AB4642CDB66}"/>
          </ac:spMkLst>
        </pc:spChg>
        <pc:spChg chg="add">
          <ac:chgData name="Jakub Pogorzelski (CMP - Student)" userId="S::ngs24aau@uea.ac.uk::4946e90b-e8aa-4eff-a421-f8c27a394c54" providerId="AD" clId="Web-{99B72D0D-C2C2-5D72-5185-53BAD49CBE30}" dt="2025-06-12T10:00:23.241" v="183"/>
          <ac:spMkLst>
            <pc:docMk/>
            <pc:sldMk cId="1493445132" sldId="277"/>
            <ac:spMk id="202" creationId="{216BB147-20D5-4D93-BDA5-1BC614D6A4B2}"/>
          </ac:spMkLst>
        </pc:spChg>
        <pc:spChg chg="add">
          <ac:chgData name="Jakub Pogorzelski (CMP - Student)" userId="S::ngs24aau@uea.ac.uk::4946e90b-e8aa-4eff-a421-f8c27a394c54" providerId="AD" clId="Web-{99B72D0D-C2C2-5D72-5185-53BAD49CBE30}" dt="2025-06-12T10:00:23.241" v="183"/>
          <ac:spMkLst>
            <pc:docMk/>
            <pc:sldMk cId="1493445132" sldId="277"/>
            <ac:spMk id="206" creationId="{3BBF3378-C49E-4B97-A883-6393FBF18C0B}"/>
          </ac:spMkLst>
        </pc:spChg>
        <pc:spChg chg="add">
          <ac:chgData name="Jakub Pogorzelski (CMP - Student)" userId="S::ngs24aau@uea.ac.uk::4946e90b-e8aa-4eff-a421-f8c27a394c54" providerId="AD" clId="Web-{99B72D0D-C2C2-5D72-5185-53BAD49CBE30}" dt="2025-06-12T10:00:23.241" v="183"/>
          <ac:spMkLst>
            <pc:docMk/>
            <pc:sldMk cId="1493445132" sldId="277"/>
            <ac:spMk id="239" creationId="{EB68BB96-3C54-47CE-A559-16FC5968EE9F}"/>
          </ac:spMkLst>
        </pc:spChg>
        <pc:spChg chg="add">
          <ac:chgData name="Jakub Pogorzelski (CMP - Student)" userId="S::ngs24aau@uea.ac.uk::4946e90b-e8aa-4eff-a421-f8c27a394c54" providerId="AD" clId="Web-{99B72D0D-C2C2-5D72-5185-53BAD49CBE30}" dt="2025-06-12T10:00:23.241" v="183"/>
          <ac:spMkLst>
            <pc:docMk/>
            <pc:sldMk cId="1493445132" sldId="277"/>
            <ac:spMk id="276" creationId="{94D786EB-944C-47D5-B631-899F4029B02E}"/>
          </ac:spMkLst>
        </pc:spChg>
        <pc:spChg chg="add">
          <ac:chgData name="Jakub Pogorzelski (CMP - Student)" userId="S::ngs24aau@uea.ac.uk::4946e90b-e8aa-4eff-a421-f8c27a394c54" providerId="AD" clId="Web-{99B72D0D-C2C2-5D72-5185-53BAD49CBE30}" dt="2025-06-12T10:00:23.241" v="183"/>
          <ac:spMkLst>
            <pc:docMk/>
            <pc:sldMk cId="1493445132" sldId="277"/>
            <ac:spMk id="278" creationId="{41FB6F01-9581-4ED4-833E-048E9F3C8BEA}"/>
          </ac:spMkLst>
        </pc:spChg>
        <pc:graphicFrameChg chg="add del mod modGraphic">
          <ac:chgData name="Jakub Pogorzelski (CMP - Student)" userId="S::ngs24aau@uea.ac.uk::4946e90b-e8aa-4eff-a421-f8c27a394c54" providerId="AD" clId="Web-{99B72D0D-C2C2-5D72-5185-53BAD49CBE30}" dt="2025-06-12T09:59:30.255" v="181"/>
          <ac:graphicFrameMkLst>
            <pc:docMk/>
            <pc:sldMk cId="1493445132" sldId="277"/>
            <ac:graphicFrameMk id="5" creationId="{03FFD47B-0EF8-29CA-FB12-4AD570D4D1F7}"/>
          </ac:graphicFrameMkLst>
        </pc:graphicFrameChg>
        <pc:graphicFrameChg chg="add mod modGraphic">
          <ac:chgData name="Jakub Pogorzelski (CMP - Student)" userId="S::ngs24aau@uea.ac.uk::4946e90b-e8aa-4eff-a421-f8c27a394c54" providerId="AD" clId="Web-{99B72D0D-C2C2-5D72-5185-53BAD49CBE30}" dt="2025-06-12T10:14:06.943" v="385"/>
          <ac:graphicFrameMkLst>
            <pc:docMk/>
            <pc:sldMk cId="1493445132" sldId="277"/>
            <ac:graphicFrameMk id="7" creationId="{6F30C35F-A9B2-386C-C5E3-D6643B3286AE}"/>
          </ac:graphicFrameMkLst>
        </pc:graphicFrameChg>
      </pc:sldChg>
      <pc:sldChg chg="modSp">
        <pc:chgData name="Jakub Pogorzelski (CMP - Student)" userId="S::ngs24aau@uea.ac.uk::4946e90b-e8aa-4eff-a421-f8c27a394c54" providerId="AD" clId="Web-{99B72D0D-C2C2-5D72-5185-53BAD49CBE30}" dt="2025-06-12T09:47:08.072" v="84" actId="20577"/>
        <pc:sldMkLst>
          <pc:docMk/>
          <pc:sldMk cId="773504173" sldId="278"/>
        </pc:sldMkLst>
        <pc:spChg chg="mod">
          <ac:chgData name="Jakub Pogorzelski (CMP - Student)" userId="S::ngs24aau@uea.ac.uk::4946e90b-e8aa-4eff-a421-f8c27a394c54" providerId="AD" clId="Web-{99B72D0D-C2C2-5D72-5185-53BAD49CBE30}" dt="2025-06-12T09:47:08.072" v="84" actId="20577"/>
          <ac:spMkLst>
            <pc:docMk/>
            <pc:sldMk cId="773504173" sldId="278"/>
            <ac:spMk id="3" creationId="{F9B804C2-6660-F48D-6178-5FFE92CC03BF}"/>
          </ac:spMkLst>
        </pc:spChg>
      </pc:sldChg>
    </pc:docChg>
  </pc:docChgLst>
  <pc:docChgLst>
    <pc:chgData name="Charlie Doonan (CMP - Student)" userId="S::frj24mnu@uea.ac.uk::ba7eec98-feb2-46b0-bfd0-9bea1452f7ba" providerId="AD" clId="Web-{D3CE994E-F8B1-6839-CC60-D60DA9A925B2}"/>
    <pc:docChg chg="addSld modSld">
      <pc:chgData name="Charlie Doonan (CMP - Student)" userId="S::frj24mnu@uea.ac.uk::ba7eec98-feb2-46b0-bfd0-9bea1452f7ba" providerId="AD" clId="Web-{D3CE994E-F8B1-6839-CC60-D60DA9A925B2}" dt="2025-06-12T09:46:22.719" v="78" actId="20577"/>
      <pc:docMkLst>
        <pc:docMk/>
      </pc:docMkLst>
      <pc:sldChg chg="addSp delSp modSp new mod setBg">
        <pc:chgData name="Charlie Doonan (CMP - Student)" userId="S::frj24mnu@uea.ac.uk::ba7eec98-feb2-46b0-bfd0-9bea1452f7ba" providerId="AD" clId="Web-{D3CE994E-F8B1-6839-CC60-D60DA9A925B2}" dt="2025-06-12T09:32:52.691" v="57" actId="1076"/>
        <pc:sldMkLst>
          <pc:docMk/>
          <pc:sldMk cId="2806972870" sldId="275"/>
        </pc:sldMkLst>
        <pc:spChg chg="mod">
          <ac:chgData name="Charlie Doonan (CMP - Student)" userId="S::frj24mnu@uea.ac.uk::ba7eec98-feb2-46b0-bfd0-9bea1452f7ba" providerId="AD" clId="Web-{D3CE994E-F8B1-6839-CC60-D60DA9A925B2}" dt="2025-06-12T09:29:49.434" v="39" actId="1076"/>
          <ac:spMkLst>
            <pc:docMk/>
            <pc:sldMk cId="2806972870" sldId="275"/>
            <ac:spMk id="2" creationId="{E665CE41-3DFD-0C30-6157-0E425E2C1F15}"/>
          </ac:spMkLst>
        </pc:spChg>
        <pc:spChg chg="del">
          <ac:chgData name="Charlie Doonan (CMP - Student)" userId="S::frj24mnu@uea.ac.uk::ba7eec98-feb2-46b0-bfd0-9bea1452f7ba" providerId="AD" clId="Web-{D3CE994E-F8B1-6839-CC60-D60DA9A925B2}" dt="2025-06-12T09:26:58.443" v="7"/>
          <ac:spMkLst>
            <pc:docMk/>
            <pc:sldMk cId="2806972870" sldId="275"/>
            <ac:spMk id="3" creationId="{8DCE4018-30D5-F39D-2423-A01EAF513047}"/>
          </ac:spMkLst>
        </pc:spChg>
        <pc:spChg chg="add">
          <ac:chgData name="Charlie Doonan (CMP - Student)" userId="S::frj24mnu@uea.ac.uk::ba7eec98-feb2-46b0-bfd0-9bea1452f7ba" providerId="AD" clId="Web-{D3CE994E-F8B1-6839-CC60-D60DA9A925B2}" dt="2025-06-12T09:28:52.604" v="31"/>
          <ac:spMkLst>
            <pc:docMk/>
            <pc:sldMk cId="2806972870" sldId="275"/>
            <ac:spMk id="8" creationId="{A4798C7F-C8CA-4799-BF37-3AB4642CDB66}"/>
          </ac:spMkLst>
        </pc:spChg>
        <pc:spChg chg="add del">
          <ac:chgData name="Charlie Doonan (CMP - Student)" userId="S::frj24mnu@uea.ac.uk::ba7eec98-feb2-46b0-bfd0-9bea1452f7ba" providerId="AD" clId="Web-{D3CE994E-F8B1-6839-CC60-D60DA9A925B2}" dt="2025-06-12T09:31:44.907" v="51"/>
          <ac:spMkLst>
            <pc:docMk/>
            <pc:sldMk cId="2806972870" sldId="275"/>
            <ac:spMk id="10" creationId="{216BB147-20D5-4D93-BDA5-1BC614D6A4B2}"/>
          </ac:spMkLst>
        </pc:spChg>
        <pc:spChg chg="add del">
          <ac:chgData name="Charlie Doonan (CMP - Student)" userId="S::frj24mnu@uea.ac.uk::ba7eec98-feb2-46b0-bfd0-9bea1452f7ba" providerId="AD" clId="Web-{D3CE994E-F8B1-6839-CC60-D60DA9A925B2}" dt="2025-06-12T09:27:56.211" v="17"/>
          <ac:spMkLst>
            <pc:docMk/>
            <pc:sldMk cId="2806972870" sldId="275"/>
            <ac:spMk id="11" creationId="{A4798C7F-C8CA-4799-BF37-3AB4642CDB66}"/>
          </ac:spMkLst>
        </pc:spChg>
        <pc:spChg chg="add del">
          <ac:chgData name="Charlie Doonan (CMP - Student)" userId="S::frj24mnu@uea.ac.uk::ba7eec98-feb2-46b0-bfd0-9bea1452f7ba" providerId="AD" clId="Web-{D3CE994E-F8B1-6839-CC60-D60DA9A925B2}" dt="2025-06-12T09:31:44.907" v="51"/>
          <ac:spMkLst>
            <pc:docMk/>
            <pc:sldMk cId="2806972870" sldId="275"/>
            <ac:spMk id="12" creationId="{0A253F60-DE40-4508-A37A-61331DF1DD5D}"/>
          </ac:spMkLst>
        </pc:spChg>
        <pc:spChg chg="add del">
          <ac:chgData name="Charlie Doonan (CMP - Student)" userId="S::frj24mnu@uea.ac.uk::ba7eec98-feb2-46b0-bfd0-9bea1452f7ba" providerId="AD" clId="Web-{D3CE994E-F8B1-6839-CC60-D60DA9A925B2}" dt="2025-06-12T09:31:44.907" v="51"/>
          <ac:spMkLst>
            <pc:docMk/>
            <pc:sldMk cId="2806972870" sldId="275"/>
            <ac:spMk id="43" creationId="{1628D677-E857-4BF5-B3FB-25C771F5BA0B}"/>
          </ac:spMkLst>
        </pc:spChg>
        <pc:spChg chg="add del">
          <ac:chgData name="Charlie Doonan (CMP - Student)" userId="S::frj24mnu@uea.ac.uk::ba7eec98-feb2-46b0-bfd0-9bea1452f7ba" providerId="AD" clId="Web-{D3CE994E-F8B1-6839-CC60-D60DA9A925B2}" dt="2025-06-12T09:27:56.211" v="17"/>
          <ac:spMkLst>
            <pc:docMk/>
            <pc:sldMk cId="2806972870" sldId="275"/>
            <ac:spMk id="44" creationId="{216BB147-20D5-4D93-BDA5-1BC614D6A4B2}"/>
          </ac:spMkLst>
        </pc:spChg>
        <pc:spChg chg="add del">
          <ac:chgData name="Charlie Doonan (CMP - Student)" userId="S::frj24mnu@uea.ac.uk::ba7eec98-feb2-46b0-bfd0-9bea1452f7ba" providerId="AD" clId="Web-{D3CE994E-F8B1-6839-CC60-D60DA9A925B2}" dt="2025-06-12T09:27:56.211" v="17"/>
          <ac:spMkLst>
            <pc:docMk/>
            <pc:sldMk cId="2806972870" sldId="275"/>
            <ac:spMk id="46" creationId="{0A253F60-DE40-4508-A37A-61331DF1DD5D}"/>
          </ac:spMkLst>
        </pc:spChg>
        <pc:spChg chg="add">
          <ac:chgData name="Charlie Doonan (CMP - Student)" userId="S::frj24mnu@uea.ac.uk::ba7eec98-feb2-46b0-bfd0-9bea1452f7ba" providerId="AD" clId="Web-{D3CE994E-F8B1-6839-CC60-D60DA9A925B2}" dt="2025-06-12T09:28:52.604" v="31"/>
          <ac:spMkLst>
            <pc:docMk/>
            <pc:sldMk cId="2806972870" sldId="275"/>
            <ac:spMk id="47" creationId="{C75C48E2-CDB9-4069-8964-960238272D4E}"/>
          </ac:spMkLst>
        </pc:spChg>
        <pc:spChg chg="add del">
          <ac:chgData name="Charlie Doonan (CMP - Student)" userId="S::frj24mnu@uea.ac.uk::ba7eec98-feb2-46b0-bfd0-9bea1452f7ba" providerId="AD" clId="Web-{D3CE994E-F8B1-6839-CC60-D60DA9A925B2}" dt="2025-06-12T09:27:56.211" v="17"/>
          <ac:spMkLst>
            <pc:docMk/>
            <pc:sldMk cId="2806972870" sldId="275"/>
            <ac:spMk id="48" creationId="{1628D677-E857-4BF5-B3FB-25C771F5BA0B}"/>
          </ac:spMkLst>
        </pc:spChg>
        <pc:spChg chg="add del">
          <ac:chgData name="Charlie Doonan (CMP - Student)" userId="S::frj24mnu@uea.ac.uk::ba7eec98-feb2-46b0-bfd0-9bea1452f7ba" providerId="AD" clId="Web-{D3CE994E-F8B1-6839-CC60-D60DA9A925B2}" dt="2025-06-12T09:31:44.907" v="51"/>
          <ac:spMkLst>
            <pc:docMk/>
            <pc:sldMk cId="2806972870" sldId="275"/>
            <ac:spMk id="80" creationId="{A173122F-D466-4F08-90FA-0038F7AC214A}"/>
          </ac:spMkLst>
        </pc:spChg>
        <pc:spChg chg="add del">
          <ac:chgData name="Charlie Doonan (CMP - Student)" userId="S::frj24mnu@uea.ac.uk::ba7eec98-feb2-46b0-bfd0-9bea1452f7ba" providerId="AD" clId="Web-{D3CE994E-F8B1-6839-CC60-D60DA9A925B2}" dt="2025-06-12T09:27:56.211" v="17"/>
          <ac:spMkLst>
            <pc:docMk/>
            <pc:sldMk cId="2806972870" sldId="275"/>
            <ac:spMk id="81" creationId="{C75C48E2-CDB9-4069-8964-960238272D4E}"/>
          </ac:spMkLst>
        </pc:spChg>
        <pc:spChg chg="add del">
          <ac:chgData name="Charlie Doonan (CMP - Student)" userId="S::frj24mnu@uea.ac.uk::ba7eec98-feb2-46b0-bfd0-9bea1452f7ba" providerId="AD" clId="Web-{D3CE994E-F8B1-6839-CC60-D60DA9A925B2}" dt="2025-06-12T09:31:44.907" v="51"/>
          <ac:spMkLst>
            <pc:docMk/>
            <pc:sldMk cId="2806972870" sldId="275"/>
            <ac:spMk id="82" creationId="{4A929113-1368-4B1B-9C6F-140F47CBF40E}"/>
          </ac:spMkLst>
        </pc:spChg>
        <pc:spChg chg="add del">
          <ac:chgData name="Charlie Doonan (CMP - Student)" userId="S::frj24mnu@uea.ac.uk::ba7eec98-feb2-46b0-bfd0-9bea1452f7ba" providerId="AD" clId="Web-{D3CE994E-F8B1-6839-CC60-D60DA9A925B2}" dt="2025-06-12T09:31:44.907" v="51"/>
          <ac:spMkLst>
            <pc:docMk/>
            <pc:sldMk cId="2806972870" sldId="275"/>
            <ac:spMk id="113" creationId="{C24346C5-B1C8-4C83-846B-122A3B4B2FEE}"/>
          </ac:spMkLst>
        </pc:spChg>
        <pc:spChg chg="add del">
          <ac:chgData name="Charlie Doonan (CMP - Student)" userId="S::frj24mnu@uea.ac.uk::ba7eec98-feb2-46b0-bfd0-9bea1452f7ba" providerId="AD" clId="Web-{D3CE994E-F8B1-6839-CC60-D60DA9A925B2}" dt="2025-06-12T09:27:56.211" v="17"/>
          <ac:spMkLst>
            <pc:docMk/>
            <pc:sldMk cId="2806972870" sldId="275"/>
            <ac:spMk id="114" creationId="{A173122F-D466-4F08-90FA-0038F7AC214A}"/>
          </ac:spMkLst>
        </pc:spChg>
        <pc:spChg chg="add del">
          <ac:chgData name="Charlie Doonan (CMP - Student)" userId="S::frj24mnu@uea.ac.uk::ba7eec98-feb2-46b0-bfd0-9bea1452f7ba" providerId="AD" clId="Web-{D3CE994E-F8B1-6839-CC60-D60DA9A925B2}" dt="2025-06-12T09:31:44.907" v="51"/>
          <ac:spMkLst>
            <pc:docMk/>
            <pc:sldMk cId="2806972870" sldId="275"/>
            <ac:spMk id="115" creationId="{0B6C48B2-8296-4312-8901-93BB7735D17B}"/>
          </ac:spMkLst>
        </pc:spChg>
        <pc:spChg chg="add del">
          <ac:chgData name="Charlie Doonan (CMP - Student)" userId="S::frj24mnu@uea.ac.uk::ba7eec98-feb2-46b0-bfd0-9bea1452f7ba" providerId="AD" clId="Web-{D3CE994E-F8B1-6839-CC60-D60DA9A925B2}" dt="2025-06-12T09:27:56.211" v="17"/>
          <ac:spMkLst>
            <pc:docMk/>
            <pc:sldMk cId="2806972870" sldId="275"/>
            <ac:spMk id="116" creationId="{4A929113-1368-4B1B-9C6F-140F47CBF40E}"/>
          </ac:spMkLst>
        </pc:spChg>
        <pc:spChg chg="add del">
          <ac:chgData name="Charlie Doonan (CMP - Student)" userId="S::frj24mnu@uea.ac.uk::ba7eec98-feb2-46b0-bfd0-9bea1452f7ba" providerId="AD" clId="Web-{D3CE994E-F8B1-6839-CC60-D60DA9A925B2}" dt="2025-06-12T09:27:56.211" v="17"/>
          <ac:spMkLst>
            <pc:docMk/>
            <pc:sldMk cId="2806972870" sldId="275"/>
            <ac:spMk id="118" creationId="{C24346C5-B1C8-4C83-846B-122A3B4B2FEE}"/>
          </ac:spMkLst>
        </pc:spChg>
        <pc:spChg chg="add del">
          <ac:chgData name="Charlie Doonan (CMP - Student)" userId="S::frj24mnu@uea.ac.uk::ba7eec98-feb2-46b0-bfd0-9bea1452f7ba" providerId="AD" clId="Web-{D3CE994E-F8B1-6839-CC60-D60DA9A925B2}" dt="2025-06-12T09:27:56.211" v="17"/>
          <ac:spMkLst>
            <pc:docMk/>
            <pc:sldMk cId="2806972870" sldId="275"/>
            <ac:spMk id="120" creationId="{0B6C48B2-8296-4312-8901-93BB7735D17B}"/>
          </ac:spMkLst>
        </pc:spChg>
        <pc:spChg chg="add">
          <ac:chgData name="Charlie Doonan (CMP - Student)" userId="S::frj24mnu@uea.ac.uk::ba7eec98-feb2-46b0-bfd0-9bea1452f7ba" providerId="AD" clId="Web-{D3CE994E-F8B1-6839-CC60-D60DA9A925B2}" dt="2025-06-12T09:31:44.907" v="51"/>
          <ac:spMkLst>
            <pc:docMk/>
            <pc:sldMk cId="2806972870" sldId="275"/>
            <ac:spMk id="191" creationId="{0A253F60-DE40-4508-A37A-61331DF1DD5D}"/>
          </ac:spMkLst>
        </pc:spChg>
        <pc:spChg chg="add">
          <ac:chgData name="Charlie Doonan (CMP - Student)" userId="S::frj24mnu@uea.ac.uk::ba7eec98-feb2-46b0-bfd0-9bea1452f7ba" providerId="AD" clId="Web-{D3CE994E-F8B1-6839-CC60-D60DA9A925B2}" dt="2025-06-12T09:31:44.907" v="51"/>
          <ac:spMkLst>
            <pc:docMk/>
            <pc:sldMk cId="2806972870" sldId="275"/>
            <ac:spMk id="261" creationId="{4A929113-1368-4B1B-9C6F-140F47CBF40E}"/>
          </ac:spMkLst>
        </pc:spChg>
        <pc:spChg chg="add">
          <ac:chgData name="Charlie Doonan (CMP - Student)" userId="S::frj24mnu@uea.ac.uk::ba7eec98-feb2-46b0-bfd0-9bea1452f7ba" providerId="AD" clId="Web-{D3CE994E-F8B1-6839-CC60-D60DA9A925B2}" dt="2025-06-12T09:31:44.907" v="51"/>
          <ac:spMkLst>
            <pc:docMk/>
            <pc:sldMk cId="2806972870" sldId="275"/>
            <ac:spMk id="263" creationId="{C24346C5-B1C8-4C83-846B-122A3B4B2FEE}"/>
          </ac:spMkLst>
        </pc:spChg>
        <pc:picChg chg="add mod ord">
          <ac:chgData name="Charlie Doonan (CMP - Student)" userId="S::frj24mnu@uea.ac.uk::ba7eec98-feb2-46b0-bfd0-9bea1452f7ba" providerId="AD" clId="Web-{D3CE994E-F8B1-6839-CC60-D60DA9A925B2}" dt="2025-06-12T09:32:43.768" v="55" actId="1076"/>
          <ac:picMkLst>
            <pc:docMk/>
            <pc:sldMk cId="2806972870" sldId="275"/>
            <ac:picMk id="4" creationId="{785F2A7B-6B39-FFDB-7EAE-EBFE953EC730}"/>
          </ac:picMkLst>
        </pc:picChg>
        <pc:picChg chg="add mod">
          <ac:chgData name="Charlie Doonan (CMP - Student)" userId="S::frj24mnu@uea.ac.uk::ba7eec98-feb2-46b0-bfd0-9bea1452f7ba" providerId="AD" clId="Web-{D3CE994E-F8B1-6839-CC60-D60DA9A925B2}" dt="2025-06-12T09:32:49.972" v="56" actId="1076"/>
          <ac:picMkLst>
            <pc:docMk/>
            <pc:sldMk cId="2806972870" sldId="275"/>
            <ac:picMk id="5" creationId="{25093670-7F76-F68F-9AC4-7724D41F62C0}"/>
          </ac:picMkLst>
        </pc:picChg>
        <pc:picChg chg="add mod">
          <ac:chgData name="Charlie Doonan (CMP - Student)" userId="S::frj24mnu@uea.ac.uk::ba7eec98-feb2-46b0-bfd0-9bea1452f7ba" providerId="AD" clId="Web-{D3CE994E-F8B1-6839-CC60-D60DA9A925B2}" dt="2025-06-12T09:32:52.691" v="57" actId="1076"/>
          <ac:picMkLst>
            <pc:docMk/>
            <pc:sldMk cId="2806972870" sldId="275"/>
            <ac:picMk id="6" creationId="{A6DBEEA5-A7E5-2B80-DFED-CBC04E2FE47C}"/>
          </ac:picMkLst>
        </pc:picChg>
      </pc:sldChg>
      <pc:sldChg chg="modSp new">
        <pc:chgData name="Charlie Doonan (CMP - Student)" userId="S::frj24mnu@uea.ac.uk::ba7eec98-feb2-46b0-bfd0-9bea1452f7ba" providerId="AD" clId="Web-{D3CE994E-F8B1-6839-CC60-D60DA9A925B2}" dt="2025-06-12T09:46:22.719" v="78" actId="20577"/>
        <pc:sldMkLst>
          <pc:docMk/>
          <pc:sldMk cId="773504173" sldId="278"/>
        </pc:sldMkLst>
        <pc:spChg chg="mod">
          <ac:chgData name="Charlie Doonan (CMP - Student)" userId="S::frj24mnu@uea.ac.uk::ba7eec98-feb2-46b0-bfd0-9bea1452f7ba" providerId="AD" clId="Web-{D3CE994E-F8B1-6839-CC60-D60DA9A925B2}" dt="2025-06-12T09:46:22.719" v="78" actId="20577"/>
          <ac:spMkLst>
            <pc:docMk/>
            <pc:sldMk cId="773504173" sldId="278"/>
            <ac:spMk id="2" creationId="{E02FC2E2-E895-A47E-F56D-9727DB471883}"/>
          </ac:spMkLst>
        </pc:spChg>
        <pc:spChg chg="mod">
          <ac:chgData name="Charlie Doonan (CMP - Student)" userId="S::frj24mnu@uea.ac.uk::ba7eec98-feb2-46b0-bfd0-9bea1452f7ba" providerId="AD" clId="Web-{D3CE994E-F8B1-6839-CC60-D60DA9A925B2}" dt="2025-06-12T09:46:17.313" v="76" actId="20577"/>
          <ac:spMkLst>
            <pc:docMk/>
            <pc:sldMk cId="773504173" sldId="278"/>
            <ac:spMk id="3" creationId="{F9B804C2-6660-F48D-6178-5FFE92CC03BF}"/>
          </ac:spMkLst>
        </pc:spChg>
      </pc:sldChg>
    </pc:docChg>
  </pc:docChgLst>
  <pc:docChgLst>
    <pc:chgData name="Jakub Pogorzelski (CMP - Student)" userId="S::ngs24aau@uea.ac.uk::4946e90b-e8aa-4eff-a421-f8c27a394c54" providerId="AD" clId="Web-{C5C6ACE2-5E37-40E1-9AC7-C2B9E4365688}"/>
    <pc:docChg chg="modSld">
      <pc:chgData name="Jakub Pogorzelski (CMP - Student)" userId="S::ngs24aau@uea.ac.uk::4946e90b-e8aa-4eff-a421-f8c27a394c54" providerId="AD" clId="Web-{C5C6ACE2-5E37-40E1-9AC7-C2B9E4365688}" dt="2025-06-12T09:25:24.694" v="14" actId="20577"/>
      <pc:docMkLst>
        <pc:docMk/>
      </pc:docMkLst>
      <pc:sldChg chg="modSp">
        <pc:chgData name="Jakub Pogorzelski (CMP - Student)" userId="S::ngs24aau@uea.ac.uk::4946e90b-e8aa-4eff-a421-f8c27a394c54" providerId="AD" clId="Web-{C5C6ACE2-5E37-40E1-9AC7-C2B9E4365688}" dt="2025-06-12T09:25:24.694" v="14" actId="20577"/>
        <pc:sldMkLst>
          <pc:docMk/>
          <pc:sldMk cId="3420665335" sldId="259"/>
        </pc:sldMkLst>
        <pc:spChg chg="mod">
          <ac:chgData name="Jakub Pogorzelski (CMP - Student)" userId="S::ngs24aau@uea.ac.uk::4946e90b-e8aa-4eff-a421-f8c27a394c54" providerId="AD" clId="Web-{C5C6ACE2-5E37-40E1-9AC7-C2B9E4365688}" dt="2025-06-12T09:25:24.694" v="14" actId="20577"/>
          <ac:spMkLst>
            <pc:docMk/>
            <pc:sldMk cId="3420665335" sldId="259"/>
            <ac:spMk id="3" creationId="{E248967A-DECA-B508-7912-A2AFCEBA6820}"/>
          </ac:spMkLst>
        </pc:spChg>
      </pc:sldChg>
      <pc:sldChg chg="modSp">
        <pc:chgData name="Jakub Pogorzelski (CMP - Student)" userId="S::ngs24aau@uea.ac.uk::4946e90b-e8aa-4eff-a421-f8c27a394c54" providerId="AD" clId="Web-{C5C6ACE2-5E37-40E1-9AC7-C2B9E4365688}" dt="2025-06-12T09:16:24.032" v="2" actId="20577"/>
        <pc:sldMkLst>
          <pc:docMk/>
          <pc:sldMk cId="2639787824" sldId="264"/>
        </pc:sldMkLst>
        <pc:spChg chg="mod">
          <ac:chgData name="Jakub Pogorzelski (CMP - Student)" userId="S::ngs24aau@uea.ac.uk::4946e90b-e8aa-4eff-a421-f8c27a394c54" providerId="AD" clId="Web-{C5C6ACE2-5E37-40E1-9AC7-C2B9E4365688}" dt="2025-06-12T09:16:24.032" v="2" actId="20577"/>
          <ac:spMkLst>
            <pc:docMk/>
            <pc:sldMk cId="2639787824" sldId="264"/>
            <ac:spMk id="2" creationId="{875C0BFD-F487-0DC8-CEAB-39478669FF6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466288-9537-4F9D-BDDE-B3A3287754DB}"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935D5830-6ECF-4006-8753-0229D02E95B9}">
      <dgm:prSet/>
      <dgm:spPr/>
      <dgm:t>
        <a:bodyPr/>
        <a:lstStyle/>
        <a:p>
          <a:r>
            <a:rPr lang="en-GB"/>
            <a:t>Introduction to problem/solution (Benedict/Jakub)</a:t>
          </a:r>
          <a:endParaRPr lang="en-US"/>
        </a:p>
      </dgm:t>
    </dgm:pt>
    <dgm:pt modelId="{3102DCEE-69C7-4B7D-9C59-45E51653F233}" type="parTrans" cxnId="{83EE94F3-B58B-4830-AAF6-29B8E7CD3AC0}">
      <dgm:prSet/>
      <dgm:spPr/>
      <dgm:t>
        <a:bodyPr/>
        <a:lstStyle/>
        <a:p>
          <a:endParaRPr lang="en-US"/>
        </a:p>
      </dgm:t>
    </dgm:pt>
    <dgm:pt modelId="{0E03C603-62BE-4A5A-AC12-356DABFA48BB}" type="sibTrans" cxnId="{83EE94F3-B58B-4830-AAF6-29B8E7CD3AC0}">
      <dgm:prSet/>
      <dgm:spPr/>
      <dgm:t>
        <a:bodyPr/>
        <a:lstStyle/>
        <a:p>
          <a:endParaRPr lang="en-US"/>
        </a:p>
      </dgm:t>
    </dgm:pt>
    <dgm:pt modelId="{4BF36A1E-7BD4-400F-9F45-357C1E7A2EDB}">
      <dgm:prSet/>
      <dgm:spPr/>
      <dgm:t>
        <a:bodyPr/>
        <a:lstStyle/>
        <a:p>
          <a:r>
            <a:rPr lang="en-GB"/>
            <a:t>UML Diagram (Benedict)</a:t>
          </a:r>
          <a:endParaRPr lang="en-US"/>
        </a:p>
      </dgm:t>
    </dgm:pt>
    <dgm:pt modelId="{17916BD0-160A-4792-A2F2-439FF471B356}" type="parTrans" cxnId="{26DBE154-F9B4-48F3-A0ED-74941CA573E4}">
      <dgm:prSet/>
      <dgm:spPr/>
      <dgm:t>
        <a:bodyPr/>
        <a:lstStyle/>
        <a:p>
          <a:endParaRPr lang="en-US"/>
        </a:p>
      </dgm:t>
    </dgm:pt>
    <dgm:pt modelId="{57FC9175-AEBE-4E8B-827A-BF821540CE8C}" type="sibTrans" cxnId="{26DBE154-F9B4-48F3-A0ED-74941CA573E4}">
      <dgm:prSet/>
      <dgm:spPr/>
      <dgm:t>
        <a:bodyPr/>
        <a:lstStyle/>
        <a:p>
          <a:endParaRPr lang="en-US"/>
        </a:p>
      </dgm:t>
    </dgm:pt>
    <dgm:pt modelId="{31AC4A4D-338C-4F41-99A7-14FD167189B2}">
      <dgm:prSet/>
      <dgm:spPr/>
      <dgm:t>
        <a:bodyPr/>
        <a:lstStyle/>
        <a:p>
          <a:r>
            <a:rPr lang="en-GB"/>
            <a:t>Requirements and Stakeholders (Oliver)</a:t>
          </a:r>
          <a:endParaRPr lang="en-US"/>
        </a:p>
      </dgm:t>
    </dgm:pt>
    <dgm:pt modelId="{03D76A07-2BEA-4723-9D2B-1282904A6B9C}" type="parTrans" cxnId="{3EAAC181-A41F-4A7B-B923-54C3C03EFABE}">
      <dgm:prSet/>
      <dgm:spPr/>
      <dgm:t>
        <a:bodyPr/>
        <a:lstStyle/>
        <a:p>
          <a:endParaRPr lang="en-US"/>
        </a:p>
      </dgm:t>
    </dgm:pt>
    <dgm:pt modelId="{E2014310-3AF9-40FC-95A3-787DCC48A5A5}" type="sibTrans" cxnId="{3EAAC181-A41F-4A7B-B923-54C3C03EFABE}">
      <dgm:prSet/>
      <dgm:spPr/>
      <dgm:t>
        <a:bodyPr/>
        <a:lstStyle/>
        <a:p>
          <a:endParaRPr lang="en-US"/>
        </a:p>
      </dgm:t>
    </dgm:pt>
    <dgm:pt modelId="{F3F7B068-0D18-4268-A628-B972599BBCA4}">
      <dgm:prSet/>
      <dgm:spPr/>
      <dgm:t>
        <a:bodyPr/>
        <a:lstStyle/>
        <a:p>
          <a:r>
            <a:rPr lang="en-GB"/>
            <a:t>Stakeholders and Empathy Map (Oliver)</a:t>
          </a:r>
          <a:endParaRPr lang="en-US"/>
        </a:p>
      </dgm:t>
    </dgm:pt>
    <dgm:pt modelId="{09CEEB97-2A8C-4028-BF48-5A9708A92E8C}" type="parTrans" cxnId="{C57EEB4E-699F-489B-91B0-435D35BDE830}">
      <dgm:prSet/>
      <dgm:spPr/>
      <dgm:t>
        <a:bodyPr/>
        <a:lstStyle/>
        <a:p>
          <a:endParaRPr lang="en-US"/>
        </a:p>
      </dgm:t>
    </dgm:pt>
    <dgm:pt modelId="{DF9F8125-FE97-4830-9FEA-D973BFB2FF81}" type="sibTrans" cxnId="{C57EEB4E-699F-489B-91B0-435D35BDE830}">
      <dgm:prSet/>
      <dgm:spPr/>
      <dgm:t>
        <a:bodyPr/>
        <a:lstStyle/>
        <a:p>
          <a:endParaRPr lang="en-US"/>
        </a:p>
      </dgm:t>
    </dgm:pt>
    <dgm:pt modelId="{B6FBC2BE-EDCF-4541-A4D2-6CAF5A68727F}">
      <dgm:prSet/>
      <dgm:spPr/>
      <dgm:t>
        <a:bodyPr/>
        <a:lstStyle/>
        <a:p>
          <a:r>
            <a:rPr lang="en-GB"/>
            <a:t>Personas (Charlie)</a:t>
          </a:r>
          <a:endParaRPr lang="en-US"/>
        </a:p>
      </dgm:t>
    </dgm:pt>
    <dgm:pt modelId="{06933627-F484-44B4-8F77-01A193BC16C8}" type="parTrans" cxnId="{BFEC2CC6-0FDE-430D-A6C8-CA613DA4D40D}">
      <dgm:prSet/>
      <dgm:spPr/>
      <dgm:t>
        <a:bodyPr/>
        <a:lstStyle/>
        <a:p>
          <a:endParaRPr lang="en-US"/>
        </a:p>
      </dgm:t>
    </dgm:pt>
    <dgm:pt modelId="{F418B75F-AA15-46E5-8E14-0E7D4730EF28}" type="sibTrans" cxnId="{BFEC2CC6-0FDE-430D-A6C8-CA613DA4D40D}">
      <dgm:prSet/>
      <dgm:spPr/>
      <dgm:t>
        <a:bodyPr/>
        <a:lstStyle/>
        <a:p>
          <a:endParaRPr lang="en-US"/>
        </a:p>
      </dgm:t>
    </dgm:pt>
    <dgm:pt modelId="{68693120-D17B-4DD4-92AC-9FE694E6EDFC}">
      <dgm:prSet/>
      <dgm:spPr/>
      <dgm:t>
        <a:bodyPr/>
        <a:lstStyle/>
        <a:p>
          <a:r>
            <a:rPr lang="en-GB"/>
            <a:t>Use Case List (Muhammed)</a:t>
          </a:r>
          <a:endParaRPr lang="en-US"/>
        </a:p>
      </dgm:t>
    </dgm:pt>
    <dgm:pt modelId="{468B09D6-4CF7-4C4F-8FB1-56AD4FAD2180}" type="parTrans" cxnId="{719E08C1-CB21-4D3D-817D-51B23E83AA69}">
      <dgm:prSet/>
      <dgm:spPr/>
      <dgm:t>
        <a:bodyPr/>
        <a:lstStyle/>
        <a:p>
          <a:endParaRPr lang="en-US"/>
        </a:p>
      </dgm:t>
    </dgm:pt>
    <dgm:pt modelId="{1FBC33D5-7316-4DC0-9700-F1F5E97F337D}" type="sibTrans" cxnId="{719E08C1-CB21-4D3D-817D-51B23E83AA69}">
      <dgm:prSet/>
      <dgm:spPr/>
      <dgm:t>
        <a:bodyPr/>
        <a:lstStyle/>
        <a:p>
          <a:endParaRPr lang="en-US"/>
        </a:p>
      </dgm:t>
    </dgm:pt>
    <dgm:pt modelId="{77E8F265-F4A7-44A3-A17D-6A8B04F4D22B}">
      <dgm:prSet/>
      <dgm:spPr/>
      <dgm:t>
        <a:bodyPr/>
        <a:lstStyle/>
        <a:p>
          <a:r>
            <a:rPr lang="en-GB"/>
            <a:t>Use Case Diagram (Muhammad)</a:t>
          </a:r>
          <a:endParaRPr lang="en-US"/>
        </a:p>
      </dgm:t>
    </dgm:pt>
    <dgm:pt modelId="{C0599E13-69B2-4C74-8BF9-C8EB275BC99E}" type="parTrans" cxnId="{2527914C-3419-4292-BB8B-1AA3D2CFC46F}">
      <dgm:prSet/>
      <dgm:spPr/>
      <dgm:t>
        <a:bodyPr/>
        <a:lstStyle/>
        <a:p>
          <a:endParaRPr lang="en-US"/>
        </a:p>
      </dgm:t>
    </dgm:pt>
    <dgm:pt modelId="{8809A912-3549-479E-AC2D-AF01000BA749}" type="sibTrans" cxnId="{2527914C-3419-4292-BB8B-1AA3D2CFC46F}">
      <dgm:prSet/>
      <dgm:spPr/>
      <dgm:t>
        <a:bodyPr/>
        <a:lstStyle/>
        <a:p>
          <a:endParaRPr lang="en-US"/>
        </a:p>
      </dgm:t>
    </dgm:pt>
    <dgm:pt modelId="{F6C153F7-25F6-4E90-99C1-A09EB2B120D1}">
      <dgm:prSet/>
      <dgm:spPr/>
      <dgm:t>
        <a:bodyPr/>
        <a:lstStyle/>
        <a:p>
          <a:r>
            <a:rPr lang="en-GB"/>
            <a:t>Textual use case description (Jakub)</a:t>
          </a:r>
          <a:endParaRPr lang="en-US"/>
        </a:p>
      </dgm:t>
    </dgm:pt>
    <dgm:pt modelId="{3F557413-6A66-4057-81D2-3BFE6E556413}" type="parTrans" cxnId="{B1936655-4B5E-42DD-86FB-AB1640CD9FDB}">
      <dgm:prSet/>
      <dgm:spPr/>
      <dgm:t>
        <a:bodyPr/>
        <a:lstStyle/>
        <a:p>
          <a:endParaRPr lang="en-US"/>
        </a:p>
      </dgm:t>
    </dgm:pt>
    <dgm:pt modelId="{A1564441-B1C0-4FFA-8D44-75BE5DF35BE6}" type="sibTrans" cxnId="{B1936655-4B5E-42DD-86FB-AB1640CD9FDB}">
      <dgm:prSet/>
      <dgm:spPr/>
      <dgm:t>
        <a:bodyPr/>
        <a:lstStyle/>
        <a:p>
          <a:endParaRPr lang="en-US"/>
        </a:p>
      </dgm:t>
    </dgm:pt>
    <dgm:pt modelId="{06674004-F3DF-433D-956B-47F247D96687}">
      <dgm:prSet/>
      <dgm:spPr/>
      <dgm:t>
        <a:bodyPr/>
        <a:lstStyle/>
        <a:p>
          <a:r>
            <a:rPr lang="en-GB"/>
            <a:t>Lofi Design (Muhammad)</a:t>
          </a:r>
          <a:endParaRPr lang="en-US"/>
        </a:p>
      </dgm:t>
    </dgm:pt>
    <dgm:pt modelId="{7AFF0E3E-7B11-4BE0-9244-3747299FC94F}" type="parTrans" cxnId="{CCAEAB85-4F0D-428E-A3FC-1E1D26B6524C}">
      <dgm:prSet/>
      <dgm:spPr/>
      <dgm:t>
        <a:bodyPr/>
        <a:lstStyle/>
        <a:p>
          <a:endParaRPr lang="en-US"/>
        </a:p>
      </dgm:t>
    </dgm:pt>
    <dgm:pt modelId="{C286D233-9629-46D8-868F-902CC01B10CB}" type="sibTrans" cxnId="{CCAEAB85-4F0D-428E-A3FC-1E1D26B6524C}">
      <dgm:prSet/>
      <dgm:spPr/>
      <dgm:t>
        <a:bodyPr/>
        <a:lstStyle/>
        <a:p>
          <a:endParaRPr lang="en-US"/>
        </a:p>
      </dgm:t>
    </dgm:pt>
    <dgm:pt modelId="{2528C45E-410E-4CC1-94A5-C307A806648B}">
      <dgm:prSet/>
      <dgm:spPr/>
      <dgm:t>
        <a:bodyPr/>
        <a:lstStyle/>
        <a:p>
          <a:r>
            <a:rPr lang="en-GB"/>
            <a:t>Suitability (Charlie)</a:t>
          </a:r>
          <a:endParaRPr lang="en-US"/>
        </a:p>
      </dgm:t>
    </dgm:pt>
    <dgm:pt modelId="{337A8EDA-1998-48B5-B6FC-9700DA1B31CA}" type="parTrans" cxnId="{577161C3-C1A8-4CA6-A4FD-6AF3C2F8306F}">
      <dgm:prSet/>
      <dgm:spPr/>
      <dgm:t>
        <a:bodyPr/>
        <a:lstStyle/>
        <a:p>
          <a:endParaRPr lang="en-US"/>
        </a:p>
      </dgm:t>
    </dgm:pt>
    <dgm:pt modelId="{ECF3966A-E0E7-475F-BB9D-6098963EDCEC}" type="sibTrans" cxnId="{577161C3-C1A8-4CA6-A4FD-6AF3C2F8306F}">
      <dgm:prSet/>
      <dgm:spPr/>
      <dgm:t>
        <a:bodyPr/>
        <a:lstStyle/>
        <a:p>
          <a:endParaRPr lang="en-US"/>
        </a:p>
      </dgm:t>
    </dgm:pt>
    <dgm:pt modelId="{62C723FA-98E9-4814-810F-5EE0C6F4DB61}">
      <dgm:prSet/>
      <dgm:spPr/>
      <dgm:t>
        <a:bodyPr/>
        <a:lstStyle/>
        <a:p>
          <a:r>
            <a:rPr lang="en-GB"/>
            <a:t>User Testing (Benedict)</a:t>
          </a:r>
          <a:endParaRPr lang="en-US"/>
        </a:p>
      </dgm:t>
    </dgm:pt>
    <dgm:pt modelId="{6EDB0DFB-0858-4EB0-928A-346C4B45F6DD}" type="parTrans" cxnId="{39F26803-5FAC-47DD-8B68-F6CFC5AC084F}">
      <dgm:prSet/>
      <dgm:spPr/>
      <dgm:t>
        <a:bodyPr/>
        <a:lstStyle/>
        <a:p>
          <a:endParaRPr lang="en-US"/>
        </a:p>
      </dgm:t>
    </dgm:pt>
    <dgm:pt modelId="{FD0C8CC1-8B77-44DF-B4AE-07B0087C00F9}" type="sibTrans" cxnId="{39F26803-5FAC-47DD-8B68-F6CFC5AC084F}">
      <dgm:prSet/>
      <dgm:spPr/>
      <dgm:t>
        <a:bodyPr/>
        <a:lstStyle/>
        <a:p>
          <a:endParaRPr lang="en-US"/>
        </a:p>
      </dgm:t>
    </dgm:pt>
    <dgm:pt modelId="{920C36CE-C0E6-45FF-81BE-F9FC8A6497F6}">
      <dgm:prSet/>
      <dgm:spPr/>
      <dgm:t>
        <a:bodyPr/>
        <a:lstStyle/>
        <a:p>
          <a:r>
            <a:rPr lang="en-GB"/>
            <a:t>Tools and Libraries Used (Jakub)</a:t>
          </a:r>
          <a:endParaRPr lang="en-US"/>
        </a:p>
      </dgm:t>
    </dgm:pt>
    <dgm:pt modelId="{35F859D2-DA50-4E92-AB9F-550E137C57F1}" type="parTrans" cxnId="{A9F5CBBD-23DF-43F5-9A22-D4710AF440AB}">
      <dgm:prSet/>
      <dgm:spPr/>
      <dgm:t>
        <a:bodyPr/>
        <a:lstStyle/>
        <a:p>
          <a:endParaRPr lang="en-US"/>
        </a:p>
      </dgm:t>
    </dgm:pt>
    <dgm:pt modelId="{688FBDB7-D274-42ED-A212-C6999226D706}" type="sibTrans" cxnId="{A9F5CBBD-23DF-43F5-9A22-D4710AF440AB}">
      <dgm:prSet/>
      <dgm:spPr/>
      <dgm:t>
        <a:bodyPr/>
        <a:lstStyle/>
        <a:p>
          <a:endParaRPr lang="en-US"/>
        </a:p>
      </dgm:t>
    </dgm:pt>
    <dgm:pt modelId="{309FD891-A4CC-49B5-8494-65F41B2F1382}">
      <dgm:prSet/>
      <dgm:spPr/>
      <dgm:t>
        <a:bodyPr/>
        <a:lstStyle/>
        <a:p>
          <a:r>
            <a:rPr lang="en-GB"/>
            <a:t>Gantt Chart (Muhammad)</a:t>
          </a:r>
          <a:endParaRPr lang="en-US"/>
        </a:p>
      </dgm:t>
    </dgm:pt>
    <dgm:pt modelId="{B9E1B901-7262-4D5F-82F1-ACDAD69BBB64}" type="parTrans" cxnId="{BE2304F5-95FD-49A3-AA6F-19B4C3AE2778}">
      <dgm:prSet/>
      <dgm:spPr/>
      <dgm:t>
        <a:bodyPr/>
        <a:lstStyle/>
        <a:p>
          <a:endParaRPr lang="en-US"/>
        </a:p>
      </dgm:t>
    </dgm:pt>
    <dgm:pt modelId="{4E6963C7-66D6-414B-9C05-BB0469D179E0}" type="sibTrans" cxnId="{BE2304F5-95FD-49A3-AA6F-19B4C3AE2778}">
      <dgm:prSet/>
      <dgm:spPr/>
      <dgm:t>
        <a:bodyPr/>
        <a:lstStyle/>
        <a:p>
          <a:endParaRPr lang="en-US"/>
        </a:p>
      </dgm:t>
    </dgm:pt>
    <dgm:pt modelId="{3EE547AE-4EE3-4709-BC84-7591C67D558D}">
      <dgm:prSet/>
      <dgm:spPr/>
      <dgm:t>
        <a:bodyPr/>
        <a:lstStyle/>
        <a:p>
          <a:r>
            <a:rPr lang="en-GB"/>
            <a:t>Conclusion (Jakub)</a:t>
          </a:r>
          <a:endParaRPr lang="en-US"/>
        </a:p>
      </dgm:t>
    </dgm:pt>
    <dgm:pt modelId="{D12B656D-D7C4-4A5C-938D-A291A458A221}" type="parTrans" cxnId="{549E7DD1-EFD6-448E-9C9F-9311540CA550}">
      <dgm:prSet/>
      <dgm:spPr/>
      <dgm:t>
        <a:bodyPr/>
        <a:lstStyle/>
        <a:p>
          <a:endParaRPr lang="en-US"/>
        </a:p>
      </dgm:t>
    </dgm:pt>
    <dgm:pt modelId="{A13FD127-598E-4371-9982-19A180E9D1B4}" type="sibTrans" cxnId="{549E7DD1-EFD6-448E-9C9F-9311540CA550}">
      <dgm:prSet/>
      <dgm:spPr/>
      <dgm:t>
        <a:bodyPr/>
        <a:lstStyle/>
        <a:p>
          <a:endParaRPr lang="en-US"/>
        </a:p>
      </dgm:t>
    </dgm:pt>
    <dgm:pt modelId="{A0F7E253-6FB8-4EC0-A4DC-C85CF6A93BAA}" type="pres">
      <dgm:prSet presAssocID="{E2466288-9537-4F9D-BDDE-B3A3287754DB}" presName="diagram" presStyleCnt="0">
        <dgm:presLayoutVars>
          <dgm:dir/>
          <dgm:resizeHandles val="exact"/>
        </dgm:presLayoutVars>
      </dgm:prSet>
      <dgm:spPr/>
    </dgm:pt>
    <dgm:pt modelId="{81EE004F-7F38-4CB2-B752-E0CDC2444C55}" type="pres">
      <dgm:prSet presAssocID="{935D5830-6ECF-4006-8753-0229D02E95B9}" presName="node" presStyleLbl="node1" presStyleIdx="0" presStyleCnt="14">
        <dgm:presLayoutVars>
          <dgm:bulletEnabled val="1"/>
        </dgm:presLayoutVars>
      </dgm:prSet>
      <dgm:spPr/>
    </dgm:pt>
    <dgm:pt modelId="{547D9E1C-D943-477A-90A2-1691111AD823}" type="pres">
      <dgm:prSet presAssocID="{0E03C603-62BE-4A5A-AC12-356DABFA48BB}" presName="sibTrans" presStyleCnt="0"/>
      <dgm:spPr/>
    </dgm:pt>
    <dgm:pt modelId="{18DBF504-C5C6-45BF-8C81-59AE7BBDB37E}" type="pres">
      <dgm:prSet presAssocID="{4BF36A1E-7BD4-400F-9F45-357C1E7A2EDB}" presName="node" presStyleLbl="node1" presStyleIdx="1" presStyleCnt="14">
        <dgm:presLayoutVars>
          <dgm:bulletEnabled val="1"/>
        </dgm:presLayoutVars>
      </dgm:prSet>
      <dgm:spPr/>
    </dgm:pt>
    <dgm:pt modelId="{D4B78FE6-C760-4406-98B1-AE25663F429D}" type="pres">
      <dgm:prSet presAssocID="{57FC9175-AEBE-4E8B-827A-BF821540CE8C}" presName="sibTrans" presStyleCnt="0"/>
      <dgm:spPr/>
    </dgm:pt>
    <dgm:pt modelId="{29C31122-0046-4A80-BF45-28AD2899F109}" type="pres">
      <dgm:prSet presAssocID="{31AC4A4D-338C-4F41-99A7-14FD167189B2}" presName="node" presStyleLbl="node1" presStyleIdx="2" presStyleCnt="14">
        <dgm:presLayoutVars>
          <dgm:bulletEnabled val="1"/>
        </dgm:presLayoutVars>
      </dgm:prSet>
      <dgm:spPr/>
    </dgm:pt>
    <dgm:pt modelId="{16D34069-01AC-46FD-B724-9B6361A8790E}" type="pres">
      <dgm:prSet presAssocID="{E2014310-3AF9-40FC-95A3-787DCC48A5A5}" presName="sibTrans" presStyleCnt="0"/>
      <dgm:spPr/>
    </dgm:pt>
    <dgm:pt modelId="{B2FC0A53-2083-47EF-9A72-F79DB5AB6382}" type="pres">
      <dgm:prSet presAssocID="{F3F7B068-0D18-4268-A628-B972599BBCA4}" presName="node" presStyleLbl="node1" presStyleIdx="3" presStyleCnt="14">
        <dgm:presLayoutVars>
          <dgm:bulletEnabled val="1"/>
        </dgm:presLayoutVars>
      </dgm:prSet>
      <dgm:spPr/>
    </dgm:pt>
    <dgm:pt modelId="{A4DBB49E-0A8E-4226-B6F1-AF970CDCE9E7}" type="pres">
      <dgm:prSet presAssocID="{DF9F8125-FE97-4830-9FEA-D973BFB2FF81}" presName="sibTrans" presStyleCnt="0"/>
      <dgm:spPr/>
    </dgm:pt>
    <dgm:pt modelId="{37884DF0-5B05-4D5F-913A-1D15B21EB7FB}" type="pres">
      <dgm:prSet presAssocID="{B6FBC2BE-EDCF-4541-A4D2-6CAF5A68727F}" presName="node" presStyleLbl="node1" presStyleIdx="4" presStyleCnt="14">
        <dgm:presLayoutVars>
          <dgm:bulletEnabled val="1"/>
        </dgm:presLayoutVars>
      </dgm:prSet>
      <dgm:spPr/>
    </dgm:pt>
    <dgm:pt modelId="{362B9F6D-7E55-4001-9882-AC275F03BF8F}" type="pres">
      <dgm:prSet presAssocID="{F418B75F-AA15-46E5-8E14-0E7D4730EF28}" presName="sibTrans" presStyleCnt="0"/>
      <dgm:spPr/>
    </dgm:pt>
    <dgm:pt modelId="{ED56F08E-BCE3-4F11-8991-4E7CA415F2BB}" type="pres">
      <dgm:prSet presAssocID="{68693120-D17B-4DD4-92AC-9FE694E6EDFC}" presName="node" presStyleLbl="node1" presStyleIdx="5" presStyleCnt="14">
        <dgm:presLayoutVars>
          <dgm:bulletEnabled val="1"/>
        </dgm:presLayoutVars>
      </dgm:prSet>
      <dgm:spPr/>
    </dgm:pt>
    <dgm:pt modelId="{0A428D38-706E-49FB-B7EE-04A3D804E4AB}" type="pres">
      <dgm:prSet presAssocID="{1FBC33D5-7316-4DC0-9700-F1F5E97F337D}" presName="sibTrans" presStyleCnt="0"/>
      <dgm:spPr/>
    </dgm:pt>
    <dgm:pt modelId="{6D71815A-8323-4DDC-8B1C-8BC87D5B2899}" type="pres">
      <dgm:prSet presAssocID="{77E8F265-F4A7-44A3-A17D-6A8B04F4D22B}" presName="node" presStyleLbl="node1" presStyleIdx="6" presStyleCnt="14">
        <dgm:presLayoutVars>
          <dgm:bulletEnabled val="1"/>
        </dgm:presLayoutVars>
      </dgm:prSet>
      <dgm:spPr/>
    </dgm:pt>
    <dgm:pt modelId="{95F7D738-772F-40C7-8C0F-DB086BB707F0}" type="pres">
      <dgm:prSet presAssocID="{8809A912-3549-479E-AC2D-AF01000BA749}" presName="sibTrans" presStyleCnt="0"/>
      <dgm:spPr/>
    </dgm:pt>
    <dgm:pt modelId="{7D604B9F-BB06-4280-97FD-F25B2978DE4C}" type="pres">
      <dgm:prSet presAssocID="{F6C153F7-25F6-4E90-99C1-A09EB2B120D1}" presName="node" presStyleLbl="node1" presStyleIdx="7" presStyleCnt="14">
        <dgm:presLayoutVars>
          <dgm:bulletEnabled val="1"/>
        </dgm:presLayoutVars>
      </dgm:prSet>
      <dgm:spPr/>
    </dgm:pt>
    <dgm:pt modelId="{CED318A9-D4F3-46C7-9DB8-6327B95DA71B}" type="pres">
      <dgm:prSet presAssocID="{A1564441-B1C0-4FFA-8D44-75BE5DF35BE6}" presName="sibTrans" presStyleCnt="0"/>
      <dgm:spPr/>
    </dgm:pt>
    <dgm:pt modelId="{E5AFB19C-CCDD-405D-8958-73CF40ED4293}" type="pres">
      <dgm:prSet presAssocID="{06674004-F3DF-433D-956B-47F247D96687}" presName="node" presStyleLbl="node1" presStyleIdx="8" presStyleCnt="14">
        <dgm:presLayoutVars>
          <dgm:bulletEnabled val="1"/>
        </dgm:presLayoutVars>
      </dgm:prSet>
      <dgm:spPr/>
    </dgm:pt>
    <dgm:pt modelId="{48B34DDC-9A72-4CF4-8A7B-3A84122A7010}" type="pres">
      <dgm:prSet presAssocID="{C286D233-9629-46D8-868F-902CC01B10CB}" presName="sibTrans" presStyleCnt="0"/>
      <dgm:spPr/>
    </dgm:pt>
    <dgm:pt modelId="{058640A5-DFBB-4F30-BF09-6C0BFDB6AF35}" type="pres">
      <dgm:prSet presAssocID="{2528C45E-410E-4CC1-94A5-C307A806648B}" presName="node" presStyleLbl="node1" presStyleIdx="9" presStyleCnt="14">
        <dgm:presLayoutVars>
          <dgm:bulletEnabled val="1"/>
        </dgm:presLayoutVars>
      </dgm:prSet>
      <dgm:spPr/>
    </dgm:pt>
    <dgm:pt modelId="{1B360D84-AB80-46D6-809E-FEDD4614A5D0}" type="pres">
      <dgm:prSet presAssocID="{ECF3966A-E0E7-475F-BB9D-6098963EDCEC}" presName="sibTrans" presStyleCnt="0"/>
      <dgm:spPr/>
    </dgm:pt>
    <dgm:pt modelId="{502322A6-9971-44F3-978A-4653B70D641D}" type="pres">
      <dgm:prSet presAssocID="{62C723FA-98E9-4814-810F-5EE0C6F4DB61}" presName="node" presStyleLbl="node1" presStyleIdx="10" presStyleCnt="14">
        <dgm:presLayoutVars>
          <dgm:bulletEnabled val="1"/>
        </dgm:presLayoutVars>
      </dgm:prSet>
      <dgm:spPr/>
    </dgm:pt>
    <dgm:pt modelId="{35760BCB-FE08-44D4-92C0-75B9A11E61C5}" type="pres">
      <dgm:prSet presAssocID="{FD0C8CC1-8B77-44DF-B4AE-07B0087C00F9}" presName="sibTrans" presStyleCnt="0"/>
      <dgm:spPr/>
    </dgm:pt>
    <dgm:pt modelId="{0FC14A0C-11F4-438C-B977-21733DF9D4E3}" type="pres">
      <dgm:prSet presAssocID="{920C36CE-C0E6-45FF-81BE-F9FC8A6497F6}" presName="node" presStyleLbl="node1" presStyleIdx="11" presStyleCnt="14">
        <dgm:presLayoutVars>
          <dgm:bulletEnabled val="1"/>
        </dgm:presLayoutVars>
      </dgm:prSet>
      <dgm:spPr/>
    </dgm:pt>
    <dgm:pt modelId="{6D86AF82-9685-487F-B3DB-D68212510E78}" type="pres">
      <dgm:prSet presAssocID="{688FBDB7-D274-42ED-A212-C6999226D706}" presName="sibTrans" presStyleCnt="0"/>
      <dgm:spPr/>
    </dgm:pt>
    <dgm:pt modelId="{9B8C14A6-98DE-40E0-8787-48A87C16D147}" type="pres">
      <dgm:prSet presAssocID="{309FD891-A4CC-49B5-8494-65F41B2F1382}" presName="node" presStyleLbl="node1" presStyleIdx="12" presStyleCnt="14">
        <dgm:presLayoutVars>
          <dgm:bulletEnabled val="1"/>
        </dgm:presLayoutVars>
      </dgm:prSet>
      <dgm:spPr/>
    </dgm:pt>
    <dgm:pt modelId="{F6010D0A-6B7A-4436-909B-BD2A51ED1712}" type="pres">
      <dgm:prSet presAssocID="{4E6963C7-66D6-414B-9C05-BB0469D179E0}" presName="sibTrans" presStyleCnt="0"/>
      <dgm:spPr/>
    </dgm:pt>
    <dgm:pt modelId="{1ACCF546-6A6E-4CEF-A077-A042C7334377}" type="pres">
      <dgm:prSet presAssocID="{3EE547AE-4EE3-4709-BC84-7591C67D558D}" presName="node" presStyleLbl="node1" presStyleIdx="13" presStyleCnt="14">
        <dgm:presLayoutVars>
          <dgm:bulletEnabled val="1"/>
        </dgm:presLayoutVars>
      </dgm:prSet>
      <dgm:spPr/>
    </dgm:pt>
  </dgm:ptLst>
  <dgm:cxnLst>
    <dgm:cxn modelId="{39F26803-5FAC-47DD-8B68-F6CFC5AC084F}" srcId="{E2466288-9537-4F9D-BDDE-B3A3287754DB}" destId="{62C723FA-98E9-4814-810F-5EE0C6F4DB61}" srcOrd="10" destOrd="0" parTransId="{6EDB0DFB-0858-4EB0-928A-346C4B45F6DD}" sibTransId="{FD0C8CC1-8B77-44DF-B4AE-07B0087C00F9}"/>
    <dgm:cxn modelId="{F3CA8705-D36D-41C0-A8F2-F2A8C6541A9F}" type="presOf" srcId="{2528C45E-410E-4CC1-94A5-C307A806648B}" destId="{058640A5-DFBB-4F30-BF09-6C0BFDB6AF35}" srcOrd="0" destOrd="0" presId="urn:microsoft.com/office/officeart/2005/8/layout/default"/>
    <dgm:cxn modelId="{7BDFF110-2BF7-4C94-A3B9-6F021ECC295D}" type="presOf" srcId="{3EE547AE-4EE3-4709-BC84-7591C67D558D}" destId="{1ACCF546-6A6E-4CEF-A077-A042C7334377}" srcOrd="0" destOrd="0" presId="urn:microsoft.com/office/officeart/2005/8/layout/default"/>
    <dgm:cxn modelId="{B6EFD822-E4C9-4C06-A167-FFB2B984DF50}" type="presOf" srcId="{31AC4A4D-338C-4F41-99A7-14FD167189B2}" destId="{29C31122-0046-4A80-BF45-28AD2899F109}" srcOrd="0" destOrd="0" presId="urn:microsoft.com/office/officeart/2005/8/layout/default"/>
    <dgm:cxn modelId="{49520140-C6AB-4751-801C-89E8EA880FDD}" type="presOf" srcId="{F6C153F7-25F6-4E90-99C1-A09EB2B120D1}" destId="{7D604B9F-BB06-4280-97FD-F25B2978DE4C}" srcOrd="0" destOrd="0" presId="urn:microsoft.com/office/officeart/2005/8/layout/default"/>
    <dgm:cxn modelId="{F7AEDE46-E27C-45F7-A648-C52FA4D7A8F2}" type="presOf" srcId="{06674004-F3DF-433D-956B-47F247D96687}" destId="{E5AFB19C-CCDD-405D-8958-73CF40ED4293}" srcOrd="0" destOrd="0" presId="urn:microsoft.com/office/officeart/2005/8/layout/default"/>
    <dgm:cxn modelId="{1A00D648-3532-4C65-8882-850411BC4E48}" type="presOf" srcId="{F3F7B068-0D18-4268-A628-B972599BBCA4}" destId="{B2FC0A53-2083-47EF-9A72-F79DB5AB6382}" srcOrd="0" destOrd="0" presId="urn:microsoft.com/office/officeart/2005/8/layout/default"/>
    <dgm:cxn modelId="{2527914C-3419-4292-BB8B-1AA3D2CFC46F}" srcId="{E2466288-9537-4F9D-BDDE-B3A3287754DB}" destId="{77E8F265-F4A7-44A3-A17D-6A8B04F4D22B}" srcOrd="6" destOrd="0" parTransId="{C0599E13-69B2-4C74-8BF9-C8EB275BC99E}" sibTransId="{8809A912-3549-479E-AC2D-AF01000BA749}"/>
    <dgm:cxn modelId="{C57EEB4E-699F-489B-91B0-435D35BDE830}" srcId="{E2466288-9537-4F9D-BDDE-B3A3287754DB}" destId="{F3F7B068-0D18-4268-A628-B972599BBCA4}" srcOrd="3" destOrd="0" parTransId="{09CEEB97-2A8C-4028-BF48-5A9708A92E8C}" sibTransId="{DF9F8125-FE97-4830-9FEA-D973BFB2FF81}"/>
    <dgm:cxn modelId="{26DBE154-F9B4-48F3-A0ED-74941CA573E4}" srcId="{E2466288-9537-4F9D-BDDE-B3A3287754DB}" destId="{4BF36A1E-7BD4-400F-9F45-357C1E7A2EDB}" srcOrd="1" destOrd="0" parTransId="{17916BD0-160A-4792-A2F2-439FF471B356}" sibTransId="{57FC9175-AEBE-4E8B-827A-BF821540CE8C}"/>
    <dgm:cxn modelId="{B1936655-4B5E-42DD-86FB-AB1640CD9FDB}" srcId="{E2466288-9537-4F9D-BDDE-B3A3287754DB}" destId="{F6C153F7-25F6-4E90-99C1-A09EB2B120D1}" srcOrd="7" destOrd="0" parTransId="{3F557413-6A66-4057-81D2-3BFE6E556413}" sibTransId="{A1564441-B1C0-4FFA-8D44-75BE5DF35BE6}"/>
    <dgm:cxn modelId="{3EAAC181-A41F-4A7B-B923-54C3C03EFABE}" srcId="{E2466288-9537-4F9D-BDDE-B3A3287754DB}" destId="{31AC4A4D-338C-4F41-99A7-14FD167189B2}" srcOrd="2" destOrd="0" parTransId="{03D76A07-2BEA-4723-9D2B-1282904A6B9C}" sibTransId="{E2014310-3AF9-40FC-95A3-787DCC48A5A5}"/>
    <dgm:cxn modelId="{CCAEAB85-4F0D-428E-A3FC-1E1D26B6524C}" srcId="{E2466288-9537-4F9D-BDDE-B3A3287754DB}" destId="{06674004-F3DF-433D-956B-47F247D96687}" srcOrd="8" destOrd="0" parTransId="{7AFF0E3E-7B11-4BE0-9244-3747299FC94F}" sibTransId="{C286D233-9629-46D8-868F-902CC01B10CB}"/>
    <dgm:cxn modelId="{BB748D91-5ED6-4E16-A6DC-9EE7388FC9E8}" type="presOf" srcId="{935D5830-6ECF-4006-8753-0229D02E95B9}" destId="{81EE004F-7F38-4CB2-B752-E0CDC2444C55}" srcOrd="0" destOrd="0" presId="urn:microsoft.com/office/officeart/2005/8/layout/default"/>
    <dgm:cxn modelId="{F273B59B-A50D-40FB-B7E2-9B020DA02A00}" type="presOf" srcId="{920C36CE-C0E6-45FF-81BE-F9FC8A6497F6}" destId="{0FC14A0C-11F4-438C-B977-21733DF9D4E3}" srcOrd="0" destOrd="0" presId="urn:microsoft.com/office/officeart/2005/8/layout/default"/>
    <dgm:cxn modelId="{7A4697A8-54D0-4445-8B09-D839C17CBDF8}" type="presOf" srcId="{B6FBC2BE-EDCF-4541-A4D2-6CAF5A68727F}" destId="{37884DF0-5B05-4D5F-913A-1D15B21EB7FB}" srcOrd="0" destOrd="0" presId="urn:microsoft.com/office/officeart/2005/8/layout/default"/>
    <dgm:cxn modelId="{0D4FDFB5-C910-4663-90F4-F01666693940}" type="presOf" srcId="{77E8F265-F4A7-44A3-A17D-6A8B04F4D22B}" destId="{6D71815A-8323-4DDC-8B1C-8BC87D5B2899}" srcOrd="0" destOrd="0" presId="urn:microsoft.com/office/officeart/2005/8/layout/default"/>
    <dgm:cxn modelId="{A9F5CBBD-23DF-43F5-9A22-D4710AF440AB}" srcId="{E2466288-9537-4F9D-BDDE-B3A3287754DB}" destId="{920C36CE-C0E6-45FF-81BE-F9FC8A6497F6}" srcOrd="11" destOrd="0" parTransId="{35F859D2-DA50-4E92-AB9F-550E137C57F1}" sibTransId="{688FBDB7-D274-42ED-A212-C6999226D706}"/>
    <dgm:cxn modelId="{719E08C1-CB21-4D3D-817D-51B23E83AA69}" srcId="{E2466288-9537-4F9D-BDDE-B3A3287754DB}" destId="{68693120-D17B-4DD4-92AC-9FE694E6EDFC}" srcOrd="5" destOrd="0" parTransId="{468B09D6-4CF7-4C4F-8FB1-56AD4FAD2180}" sibTransId="{1FBC33D5-7316-4DC0-9700-F1F5E97F337D}"/>
    <dgm:cxn modelId="{577161C3-C1A8-4CA6-A4FD-6AF3C2F8306F}" srcId="{E2466288-9537-4F9D-BDDE-B3A3287754DB}" destId="{2528C45E-410E-4CC1-94A5-C307A806648B}" srcOrd="9" destOrd="0" parTransId="{337A8EDA-1998-48B5-B6FC-9700DA1B31CA}" sibTransId="{ECF3966A-E0E7-475F-BB9D-6098963EDCEC}"/>
    <dgm:cxn modelId="{EBF114C6-8462-44B7-A1A0-ACCF5FD46BC8}" type="presOf" srcId="{4BF36A1E-7BD4-400F-9F45-357C1E7A2EDB}" destId="{18DBF504-C5C6-45BF-8C81-59AE7BBDB37E}" srcOrd="0" destOrd="0" presId="urn:microsoft.com/office/officeart/2005/8/layout/default"/>
    <dgm:cxn modelId="{BFEC2CC6-0FDE-430D-A6C8-CA613DA4D40D}" srcId="{E2466288-9537-4F9D-BDDE-B3A3287754DB}" destId="{B6FBC2BE-EDCF-4541-A4D2-6CAF5A68727F}" srcOrd="4" destOrd="0" parTransId="{06933627-F484-44B4-8F77-01A193BC16C8}" sibTransId="{F418B75F-AA15-46E5-8E14-0E7D4730EF28}"/>
    <dgm:cxn modelId="{23E2DDCE-EC99-460D-B307-5095B2CAE4E7}" type="presOf" srcId="{309FD891-A4CC-49B5-8494-65F41B2F1382}" destId="{9B8C14A6-98DE-40E0-8787-48A87C16D147}" srcOrd="0" destOrd="0" presId="urn:microsoft.com/office/officeart/2005/8/layout/default"/>
    <dgm:cxn modelId="{549E7DD1-EFD6-448E-9C9F-9311540CA550}" srcId="{E2466288-9537-4F9D-BDDE-B3A3287754DB}" destId="{3EE547AE-4EE3-4709-BC84-7591C67D558D}" srcOrd="13" destOrd="0" parTransId="{D12B656D-D7C4-4A5C-938D-A291A458A221}" sibTransId="{A13FD127-598E-4371-9982-19A180E9D1B4}"/>
    <dgm:cxn modelId="{F192A4EA-F0D0-45D1-9007-5861F40281B2}" type="presOf" srcId="{68693120-D17B-4DD4-92AC-9FE694E6EDFC}" destId="{ED56F08E-BCE3-4F11-8991-4E7CA415F2BB}" srcOrd="0" destOrd="0" presId="urn:microsoft.com/office/officeart/2005/8/layout/default"/>
    <dgm:cxn modelId="{83EE94F3-B58B-4830-AAF6-29B8E7CD3AC0}" srcId="{E2466288-9537-4F9D-BDDE-B3A3287754DB}" destId="{935D5830-6ECF-4006-8753-0229D02E95B9}" srcOrd="0" destOrd="0" parTransId="{3102DCEE-69C7-4B7D-9C59-45E51653F233}" sibTransId="{0E03C603-62BE-4A5A-AC12-356DABFA48BB}"/>
    <dgm:cxn modelId="{BE2304F5-95FD-49A3-AA6F-19B4C3AE2778}" srcId="{E2466288-9537-4F9D-BDDE-B3A3287754DB}" destId="{309FD891-A4CC-49B5-8494-65F41B2F1382}" srcOrd="12" destOrd="0" parTransId="{B9E1B901-7262-4D5F-82F1-ACDAD69BBB64}" sibTransId="{4E6963C7-66D6-414B-9C05-BB0469D179E0}"/>
    <dgm:cxn modelId="{86B194F8-B835-4BA5-A8BC-A6033D8A192B}" type="presOf" srcId="{62C723FA-98E9-4814-810F-5EE0C6F4DB61}" destId="{502322A6-9971-44F3-978A-4653B70D641D}" srcOrd="0" destOrd="0" presId="urn:microsoft.com/office/officeart/2005/8/layout/default"/>
    <dgm:cxn modelId="{127FBAF9-EAB9-4363-BFCD-76D7F80772BD}" type="presOf" srcId="{E2466288-9537-4F9D-BDDE-B3A3287754DB}" destId="{A0F7E253-6FB8-4EC0-A4DC-C85CF6A93BAA}" srcOrd="0" destOrd="0" presId="urn:microsoft.com/office/officeart/2005/8/layout/default"/>
    <dgm:cxn modelId="{F8A6371C-827C-4026-B849-894A7C65ED1A}" type="presParOf" srcId="{A0F7E253-6FB8-4EC0-A4DC-C85CF6A93BAA}" destId="{81EE004F-7F38-4CB2-B752-E0CDC2444C55}" srcOrd="0" destOrd="0" presId="urn:microsoft.com/office/officeart/2005/8/layout/default"/>
    <dgm:cxn modelId="{DFF188A7-A81C-480A-83DA-751439AFB63C}" type="presParOf" srcId="{A0F7E253-6FB8-4EC0-A4DC-C85CF6A93BAA}" destId="{547D9E1C-D943-477A-90A2-1691111AD823}" srcOrd="1" destOrd="0" presId="urn:microsoft.com/office/officeart/2005/8/layout/default"/>
    <dgm:cxn modelId="{91093B06-0C16-4B43-BB2F-12A02243E472}" type="presParOf" srcId="{A0F7E253-6FB8-4EC0-A4DC-C85CF6A93BAA}" destId="{18DBF504-C5C6-45BF-8C81-59AE7BBDB37E}" srcOrd="2" destOrd="0" presId="urn:microsoft.com/office/officeart/2005/8/layout/default"/>
    <dgm:cxn modelId="{FDDB71A1-069B-4C69-8542-FE2141DED6F8}" type="presParOf" srcId="{A0F7E253-6FB8-4EC0-A4DC-C85CF6A93BAA}" destId="{D4B78FE6-C760-4406-98B1-AE25663F429D}" srcOrd="3" destOrd="0" presId="urn:microsoft.com/office/officeart/2005/8/layout/default"/>
    <dgm:cxn modelId="{30D45A31-A482-40A2-9B23-28BCB7567A9C}" type="presParOf" srcId="{A0F7E253-6FB8-4EC0-A4DC-C85CF6A93BAA}" destId="{29C31122-0046-4A80-BF45-28AD2899F109}" srcOrd="4" destOrd="0" presId="urn:microsoft.com/office/officeart/2005/8/layout/default"/>
    <dgm:cxn modelId="{DA8E4436-9666-4BDC-AA4F-D8AD53F02D35}" type="presParOf" srcId="{A0F7E253-6FB8-4EC0-A4DC-C85CF6A93BAA}" destId="{16D34069-01AC-46FD-B724-9B6361A8790E}" srcOrd="5" destOrd="0" presId="urn:microsoft.com/office/officeart/2005/8/layout/default"/>
    <dgm:cxn modelId="{D0272CE0-2130-4181-B678-A29550C71526}" type="presParOf" srcId="{A0F7E253-6FB8-4EC0-A4DC-C85CF6A93BAA}" destId="{B2FC0A53-2083-47EF-9A72-F79DB5AB6382}" srcOrd="6" destOrd="0" presId="urn:microsoft.com/office/officeart/2005/8/layout/default"/>
    <dgm:cxn modelId="{21AA7CB9-4C91-4B21-9CB1-C54A71AA3AA7}" type="presParOf" srcId="{A0F7E253-6FB8-4EC0-A4DC-C85CF6A93BAA}" destId="{A4DBB49E-0A8E-4226-B6F1-AF970CDCE9E7}" srcOrd="7" destOrd="0" presId="urn:microsoft.com/office/officeart/2005/8/layout/default"/>
    <dgm:cxn modelId="{9CD0D05E-42AC-459A-B2CD-2BA50C8A4D8F}" type="presParOf" srcId="{A0F7E253-6FB8-4EC0-A4DC-C85CF6A93BAA}" destId="{37884DF0-5B05-4D5F-913A-1D15B21EB7FB}" srcOrd="8" destOrd="0" presId="urn:microsoft.com/office/officeart/2005/8/layout/default"/>
    <dgm:cxn modelId="{F4407C06-D2C4-4001-910F-E0035E2F7D8A}" type="presParOf" srcId="{A0F7E253-6FB8-4EC0-A4DC-C85CF6A93BAA}" destId="{362B9F6D-7E55-4001-9882-AC275F03BF8F}" srcOrd="9" destOrd="0" presId="urn:microsoft.com/office/officeart/2005/8/layout/default"/>
    <dgm:cxn modelId="{98043339-FE29-476B-B4BC-53DCC92DC83B}" type="presParOf" srcId="{A0F7E253-6FB8-4EC0-A4DC-C85CF6A93BAA}" destId="{ED56F08E-BCE3-4F11-8991-4E7CA415F2BB}" srcOrd="10" destOrd="0" presId="urn:microsoft.com/office/officeart/2005/8/layout/default"/>
    <dgm:cxn modelId="{22E376F2-4B51-4E3D-91B6-D65371ED8B33}" type="presParOf" srcId="{A0F7E253-6FB8-4EC0-A4DC-C85CF6A93BAA}" destId="{0A428D38-706E-49FB-B7EE-04A3D804E4AB}" srcOrd="11" destOrd="0" presId="urn:microsoft.com/office/officeart/2005/8/layout/default"/>
    <dgm:cxn modelId="{3A6DA859-7574-4D86-BD48-805E2C4ECF17}" type="presParOf" srcId="{A0F7E253-6FB8-4EC0-A4DC-C85CF6A93BAA}" destId="{6D71815A-8323-4DDC-8B1C-8BC87D5B2899}" srcOrd="12" destOrd="0" presId="urn:microsoft.com/office/officeart/2005/8/layout/default"/>
    <dgm:cxn modelId="{2ACDA8A8-E19D-406C-ADF5-E0A3581DDDBC}" type="presParOf" srcId="{A0F7E253-6FB8-4EC0-A4DC-C85CF6A93BAA}" destId="{95F7D738-772F-40C7-8C0F-DB086BB707F0}" srcOrd="13" destOrd="0" presId="urn:microsoft.com/office/officeart/2005/8/layout/default"/>
    <dgm:cxn modelId="{8914790E-6269-49F9-AD49-3DF103F23E8C}" type="presParOf" srcId="{A0F7E253-6FB8-4EC0-A4DC-C85CF6A93BAA}" destId="{7D604B9F-BB06-4280-97FD-F25B2978DE4C}" srcOrd="14" destOrd="0" presId="urn:microsoft.com/office/officeart/2005/8/layout/default"/>
    <dgm:cxn modelId="{C4F43070-6F9C-4AE2-8C26-7329D9E10253}" type="presParOf" srcId="{A0F7E253-6FB8-4EC0-A4DC-C85CF6A93BAA}" destId="{CED318A9-D4F3-46C7-9DB8-6327B95DA71B}" srcOrd="15" destOrd="0" presId="urn:microsoft.com/office/officeart/2005/8/layout/default"/>
    <dgm:cxn modelId="{BAC52CE5-3375-4A36-8021-9FC4F19AA3F8}" type="presParOf" srcId="{A0F7E253-6FB8-4EC0-A4DC-C85CF6A93BAA}" destId="{E5AFB19C-CCDD-405D-8958-73CF40ED4293}" srcOrd="16" destOrd="0" presId="urn:microsoft.com/office/officeart/2005/8/layout/default"/>
    <dgm:cxn modelId="{000794B6-93B0-44DB-8AEC-0D156E7C9A42}" type="presParOf" srcId="{A0F7E253-6FB8-4EC0-A4DC-C85CF6A93BAA}" destId="{48B34DDC-9A72-4CF4-8A7B-3A84122A7010}" srcOrd="17" destOrd="0" presId="urn:microsoft.com/office/officeart/2005/8/layout/default"/>
    <dgm:cxn modelId="{345BAE45-D065-46EA-ACC8-233D50A134C0}" type="presParOf" srcId="{A0F7E253-6FB8-4EC0-A4DC-C85CF6A93BAA}" destId="{058640A5-DFBB-4F30-BF09-6C0BFDB6AF35}" srcOrd="18" destOrd="0" presId="urn:microsoft.com/office/officeart/2005/8/layout/default"/>
    <dgm:cxn modelId="{4DA01F48-88AF-40FB-983E-D146AC8E2DE1}" type="presParOf" srcId="{A0F7E253-6FB8-4EC0-A4DC-C85CF6A93BAA}" destId="{1B360D84-AB80-46D6-809E-FEDD4614A5D0}" srcOrd="19" destOrd="0" presId="urn:microsoft.com/office/officeart/2005/8/layout/default"/>
    <dgm:cxn modelId="{254B8AD8-50EA-4849-B7FC-79FFD0E185B4}" type="presParOf" srcId="{A0F7E253-6FB8-4EC0-A4DC-C85CF6A93BAA}" destId="{502322A6-9971-44F3-978A-4653B70D641D}" srcOrd="20" destOrd="0" presId="urn:microsoft.com/office/officeart/2005/8/layout/default"/>
    <dgm:cxn modelId="{125D5948-0B17-40C1-BEBB-4CBAA7DA6755}" type="presParOf" srcId="{A0F7E253-6FB8-4EC0-A4DC-C85CF6A93BAA}" destId="{35760BCB-FE08-44D4-92C0-75B9A11E61C5}" srcOrd="21" destOrd="0" presId="urn:microsoft.com/office/officeart/2005/8/layout/default"/>
    <dgm:cxn modelId="{406F62F1-DDB7-43EC-BD0D-412A3588ED8C}" type="presParOf" srcId="{A0F7E253-6FB8-4EC0-A4DC-C85CF6A93BAA}" destId="{0FC14A0C-11F4-438C-B977-21733DF9D4E3}" srcOrd="22" destOrd="0" presId="urn:microsoft.com/office/officeart/2005/8/layout/default"/>
    <dgm:cxn modelId="{C943A55E-EC35-41A7-BEDA-C025CCB8D2E6}" type="presParOf" srcId="{A0F7E253-6FB8-4EC0-A4DC-C85CF6A93BAA}" destId="{6D86AF82-9685-487F-B3DB-D68212510E78}" srcOrd="23" destOrd="0" presId="urn:microsoft.com/office/officeart/2005/8/layout/default"/>
    <dgm:cxn modelId="{CA98C728-9F1D-45D2-8C9F-5112F36C7525}" type="presParOf" srcId="{A0F7E253-6FB8-4EC0-A4DC-C85CF6A93BAA}" destId="{9B8C14A6-98DE-40E0-8787-48A87C16D147}" srcOrd="24" destOrd="0" presId="urn:microsoft.com/office/officeart/2005/8/layout/default"/>
    <dgm:cxn modelId="{B0C83A3D-ADDB-44F3-99E5-7D6057413AB5}" type="presParOf" srcId="{A0F7E253-6FB8-4EC0-A4DC-C85CF6A93BAA}" destId="{F6010D0A-6B7A-4436-909B-BD2A51ED1712}" srcOrd="25" destOrd="0" presId="urn:microsoft.com/office/officeart/2005/8/layout/default"/>
    <dgm:cxn modelId="{1D5DAF89-4655-4467-9FEB-42A745135C55}" type="presParOf" srcId="{A0F7E253-6FB8-4EC0-A4DC-C85CF6A93BAA}" destId="{1ACCF546-6A6E-4CEF-A077-A042C7334377}" srcOrd="2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E004F-7F38-4CB2-B752-E0CDC2444C55}">
      <dsp:nvSpPr>
        <dsp:cNvPr id="0" name=""/>
        <dsp:cNvSpPr/>
      </dsp:nvSpPr>
      <dsp:spPr>
        <a:xfrm>
          <a:off x="383030" y="118"/>
          <a:ext cx="1988162" cy="11928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Introduction to problem/solution (Benedict/Jakub)</a:t>
          </a:r>
          <a:endParaRPr lang="en-US" sz="1800" kern="1200"/>
        </a:p>
      </dsp:txBody>
      <dsp:txXfrm>
        <a:off x="383030" y="118"/>
        <a:ext cx="1988162" cy="1192897"/>
      </dsp:txXfrm>
    </dsp:sp>
    <dsp:sp modelId="{18DBF504-C5C6-45BF-8C81-59AE7BBDB37E}">
      <dsp:nvSpPr>
        <dsp:cNvPr id="0" name=""/>
        <dsp:cNvSpPr/>
      </dsp:nvSpPr>
      <dsp:spPr>
        <a:xfrm>
          <a:off x="2570008" y="118"/>
          <a:ext cx="1988162" cy="119289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UML Diagram (Benedict)</a:t>
          </a:r>
          <a:endParaRPr lang="en-US" sz="1800" kern="1200"/>
        </a:p>
      </dsp:txBody>
      <dsp:txXfrm>
        <a:off x="2570008" y="118"/>
        <a:ext cx="1988162" cy="1192897"/>
      </dsp:txXfrm>
    </dsp:sp>
    <dsp:sp modelId="{29C31122-0046-4A80-BF45-28AD2899F109}">
      <dsp:nvSpPr>
        <dsp:cNvPr id="0" name=""/>
        <dsp:cNvSpPr/>
      </dsp:nvSpPr>
      <dsp:spPr>
        <a:xfrm>
          <a:off x="4756986" y="118"/>
          <a:ext cx="1988162" cy="119289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Requirements and Stakeholders (Oliver)</a:t>
          </a:r>
          <a:endParaRPr lang="en-US" sz="1800" kern="1200"/>
        </a:p>
      </dsp:txBody>
      <dsp:txXfrm>
        <a:off x="4756986" y="118"/>
        <a:ext cx="1988162" cy="1192897"/>
      </dsp:txXfrm>
    </dsp:sp>
    <dsp:sp modelId="{B2FC0A53-2083-47EF-9A72-F79DB5AB6382}">
      <dsp:nvSpPr>
        <dsp:cNvPr id="0" name=""/>
        <dsp:cNvSpPr/>
      </dsp:nvSpPr>
      <dsp:spPr>
        <a:xfrm>
          <a:off x="6943964" y="118"/>
          <a:ext cx="1988162" cy="119289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Stakeholders and Empathy Map (Oliver)</a:t>
          </a:r>
          <a:endParaRPr lang="en-US" sz="1800" kern="1200"/>
        </a:p>
      </dsp:txBody>
      <dsp:txXfrm>
        <a:off x="6943964" y="118"/>
        <a:ext cx="1988162" cy="1192897"/>
      </dsp:txXfrm>
    </dsp:sp>
    <dsp:sp modelId="{37884DF0-5B05-4D5F-913A-1D15B21EB7FB}">
      <dsp:nvSpPr>
        <dsp:cNvPr id="0" name=""/>
        <dsp:cNvSpPr/>
      </dsp:nvSpPr>
      <dsp:spPr>
        <a:xfrm>
          <a:off x="9130942" y="118"/>
          <a:ext cx="1988162" cy="119289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Personas (Charlie)</a:t>
          </a:r>
          <a:endParaRPr lang="en-US" sz="1800" kern="1200"/>
        </a:p>
      </dsp:txBody>
      <dsp:txXfrm>
        <a:off x="9130942" y="118"/>
        <a:ext cx="1988162" cy="1192897"/>
      </dsp:txXfrm>
    </dsp:sp>
    <dsp:sp modelId="{ED56F08E-BCE3-4F11-8991-4E7CA415F2BB}">
      <dsp:nvSpPr>
        <dsp:cNvPr id="0" name=""/>
        <dsp:cNvSpPr/>
      </dsp:nvSpPr>
      <dsp:spPr>
        <a:xfrm>
          <a:off x="383030" y="1391831"/>
          <a:ext cx="1988162" cy="11928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Use Case List (Muhammed)</a:t>
          </a:r>
          <a:endParaRPr lang="en-US" sz="1800" kern="1200"/>
        </a:p>
      </dsp:txBody>
      <dsp:txXfrm>
        <a:off x="383030" y="1391831"/>
        <a:ext cx="1988162" cy="1192897"/>
      </dsp:txXfrm>
    </dsp:sp>
    <dsp:sp modelId="{6D71815A-8323-4DDC-8B1C-8BC87D5B2899}">
      <dsp:nvSpPr>
        <dsp:cNvPr id="0" name=""/>
        <dsp:cNvSpPr/>
      </dsp:nvSpPr>
      <dsp:spPr>
        <a:xfrm>
          <a:off x="2570008" y="1391831"/>
          <a:ext cx="1988162" cy="119289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Use Case Diagram (Muhammad)</a:t>
          </a:r>
          <a:endParaRPr lang="en-US" sz="1800" kern="1200"/>
        </a:p>
      </dsp:txBody>
      <dsp:txXfrm>
        <a:off x="2570008" y="1391831"/>
        <a:ext cx="1988162" cy="1192897"/>
      </dsp:txXfrm>
    </dsp:sp>
    <dsp:sp modelId="{7D604B9F-BB06-4280-97FD-F25B2978DE4C}">
      <dsp:nvSpPr>
        <dsp:cNvPr id="0" name=""/>
        <dsp:cNvSpPr/>
      </dsp:nvSpPr>
      <dsp:spPr>
        <a:xfrm>
          <a:off x="4756986" y="1391831"/>
          <a:ext cx="1988162" cy="119289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Textual use case description (Jakub)</a:t>
          </a:r>
          <a:endParaRPr lang="en-US" sz="1800" kern="1200"/>
        </a:p>
      </dsp:txBody>
      <dsp:txXfrm>
        <a:off x="4756986" y="1391831"/>
        <a:ext cx="1988162" cy="1192897"/>
      </dsp:txXfrm>
    </dsp:sp>
    <dsp:sp modelId="{E5AFB19C-CCDD-405D-8958-73CF40ED4293}">
      <dsp:nvSpPr>
        <dsp:cNvPr id="0" name=""/>
        <dsp:cNvSpPr/>
      </dsp:nvSpPr>
      <dsp:spPr>
        <a:xfrm>
          <a:off x="6943964" y="1391831"/>
          <a:ext cx="1988162" cy="119289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Lofi Design (Muhammad)</a:t>
          </a:r>
          <a:endParaRPr lang="en-US" sz="1800" kern="1200"/>
        </a:p>
      </dsp:txBody>
      <dsp:txXfrm>
        <a:off x="6943964" y="1391831"/>
        <a:ext cx="1988162" cy="1192897"/>
      </dsp:txXfrm>
    </dsp:sp>
    <dsp:sp modelId="{058640A5-DFBB-4F30-BF09-6C0BFDB6AF35}">
      <dsp:nvSpPr>
        <dsp:cNvPr id="0" name=""/>
        <dsp:cNvSpPr/>
      </dsp:nvSpPr>
      <dsp:spPr>
        <a:xfrm>
          <a:off x="9130942" y="1391831"/>
          <a:ext cx="1988162" cy="119289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Suitability (Charlie)</a:t>
          </a:r>
          <a:endParaRPr lang="en-US" sz="1800" kern="1200"/>
        </a:p>
      </dsp:txBody>
      <dsp:txXfrm>
        <a:off x="9130942" y="1391831"/>
        <a:ext cx="1988162" cy="1192897"/>
      </dsp:txXfrm>
    </dsp:sp>
    <dsp:sp modelId="{502322A6-9971-44F3-978A-4653B70D641D}">
      <dsp:nvSpPr>
        <dsp:cNvPr id="0" name=""/>
        <dsp:cNvSpPr/>
      </dsp:nvSpPr>
      <dsp:spPr>
        <a:xfrm>
          <a:off x="1476519" y="2783545"/>
          <a:ext cx="1988162" cy="119289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User Testing (Benedict)</a:t>
          </a:r>
          <a:endParaRPr lang="en-US" sz="1800" kern="1200"/>
        </a:p>
      </dsp:txBody>
      <dsp:txXfrm>
        <a:off x="1476519" y="2783545"/>
        <a:ext cx="1988162" cy="1192897"/>
      </dsp:txXfrm>
    </dsp:sp>
    <dsp:sp modelId="{0FC14A0C-11F4-438C-B977-21733DF9D4E3}">
      <dsp:nvSpPr>
        <dsp:cNvPr id="0" name=""/>
        <dsp:cNvSpPr/>
      </dsp:nvSpPr>
      <dsp:spPr>
        <a:xfrm>
          <a:off x="3663497" y="2783545"/>
          <a:ext cx="1988162" cy="119289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Tools and Libraries Used (Jakub)</a:t>
          </a:r>
          <a:endParaRPr lang="en-US" sz="1800" kern="1200"/>
        </a:p>
      </dsp:txBody>
      <dsp:txXfrm>
        <a:off x="3663497" y="2783545"/>
        <a:ext cx="1988162" cy="1192897"/>
      </dsp:txXfrm>
    </dsp:sp>
    <dsp:sp modelId="{9B8C14A6-98DE-40E0-8787-48A87C16D147}">
      <dsp:nvSpPr>
        <dsp:cNvPr id="0" name=""/>
        <dsp:cNvSpPr/>
      </dsp:nvSpPr>
      <dsp:spPr>
        <a:xfrm>
          <a:off x="5850475" y="2783545"/>
          <a:ext cx="1988162" cy="119289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Gantt Chart (Muhammad)</a:t>
          </a:r>
          <a:endParaRPr lang="en-US" sz="1800" kern="1200"/>
        </a:p>
      </dsp:txBody>
      <dsp:txXfrm>
        <a:off x="5850475" y="2783545"/>
        <a:ext cx="1988162" cy="1192897"/>
      </dsp:txXfrm>
    </dsp:sp>
    <dsp:sp modelId="{1ACCF546-6A6E-4CEF-A077-A042C7334377}">
      <dsp:nvSpPr>
        <dsp:cNvPr id="0" name=""/>
        <dsp:cNvSpPr/>
      </dsp:nvSpPr>
      <dsp:spPr>
        <a:xfrm>
          <a:off x="8037453" y="2783545"/>
          <a:ext cx="1988162" cy="119289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Conclusion (Jakub)</a:t>
          </a:r>
          <a:endParaRPr lang="en-US" sz="1800" kern="1200"/>
        </a:p>
      </dsp:txBody>
      <dsp:txXfrm>
        <a:off x="8037453" y="2783545"/>
        <a:ext cx="1988162" cy="119289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C1AF1B-870B-4A83-9A9B-BEFF18C9C63E}" type="datetimeFigureOut">
              <a:t>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AD1876-7D6F-46C8-976A-34F3A206CFF7}" type="slidenum">
              <a:t>‹#›</a:t>
            </a:fld>
            <a:endParaRPr lang="en-GB"/>
          </a:p>
        </p:txBody>
      </p:sp>
    </p:spTree>
    <p:extLst>
      <p:ext uri="{BB962C8B-B14F-4D97-AF65-F5344CB8AC3E}">
        <p14:creationId xmlns:p14="http://schemas.microsoft.com/office/powerpoint/2010/main" val="1720807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(Make personas for as many stakeholders as we can, include the rest at the bottom as others to consider.)</a:t>
            </a:r>
            <a:endParaRPr lang="en-US"/>
          </a:p>
        </p:txBody>
      </p:sp>
      <p:sp>
        <p:nvSpPr>
          <p:cNvPr id="4" name="Slide Number Placeholder 3"/>
          <p:cNvSpPr>
            <a:spLocks noGrp="1"/>
          </p:cNvSpPr>
          <p:nvPr>
            <p:ph type="sldNum" sz="quarter" idx="5"/>
          </p:nvPr>
        </p:nvSpPr>
        <p:spPr/>
        <p:txBody>
          <a:bodyPr/>
          <a:lstStyle/>
          <a:p>
            <a:fld id="{C7AD1876-7D6F-46C8-976A-34F3A206CFF7}" type="slidenum">
              <a:t>7</a:t>
            </a:fld>
            <a:endParaRPr lang="en-GB"/>
          </a:p>
        </p:txBody>
      </p:sp>
    </p:spTree>
    <p:extLst>
      <p:ext uri="{BB962C8B-B14F-4D97-AF65-F5344CB8AC3E}">
        <p14:creationId xmlns:p14="http://schemas.microsoft.com/office/powerpoint/2010/main" val="2394461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Software answer the problem</a:t>
            </a:r>
            <a:endParaRPr lang="en-GB"/>
          </a:p>
          <a:p>
            <a:r>
              <a:rPr lang="en-US"/>
              <a:t>---------------------------</a:t>
            </a:r>
            <a:endParaRPr lang="en-GB"/>
          </a:p>
          <a:p>
            <a:r>
              <a:rPr lang="en-US"/>
              <a:t>Our application will help the locals of Makers Valley prepare for floods, heats, since it helps provide a weekly forecast, this helps in locals preparing for safe routes to get around, and protects crops and will help reduce waste contamination.</a:t>
            </a:r>
            <a:endParaRPr lang="en-GB"/>
          </a:p>
          <a:p>
            <a:r>
              <a:rPr lang="en-US"/>
              <a:t>------------------</a:t>
            </a:r>
            <a:endParaRPr lang="en-GB"/>
          </a:p>
          <a:p>
            <a:r>
              <a:rPr lang="en-US"/>
              <a:t>Region Appropriate</a:t>
            </a:r>
            <a:endParaRPr lang="en-GB"/>
          </a:p>
          <a:p>
            <a:r>
              <a:rPr lang="en-US"/>
              <a:t>------------------</a:t>
            </a:r>
            <a:endParaRPr lang="en-GB"/>
          </a:p>
          <a:p>
            <a:r>
              <a:rPr lang="en-US"/>
              <a:t>The weather API covers Makers Valley, and the app supports multiple local languages that are common, The app addresses the flood risks that are specific to this region of Johannesburg, Since floodings have had a major impact to farmland, buildings and the contamination of the river and street's.</a:t>
            </a:r>
            <a:endParaRPr lang="en-US">
              <a:ea typeface="Calibri"/>
              <a:cs typeface="Calibri"/>
            </a:endParaRPr>
          </a:p>
          <a:p>
            <a:r>
              <a:rPr lang="en-US"/>
              <a:t>-------------</a:t>
            </a:r>
            <a:endParaRPr lang="en-US">
              <a:ea typeface="Calibri"/>
              <a:cs typeface="Calibri"/>
            </a:endParaRPr>
          </a:p>
          <a:p>
            <a:r>
              <a:rPr lang="en-US"/>
              <a:t>Environmental</a:t>
            </a:r>
            <a:endParaRPr lang="en-US">
              <a:ea typeface="Calibri"/>
              <a:cs typeface="Calibri"/>
            </a:endParaRPr>
          </a:p>
          <a:p>
            <a:r>
              <a:rPr lang="en-US"/>
              <a:t>-------------</a:t>
            </a:r>
            <a:endParaRPr lang="en-US">
              <a:ea typeface="Calibri"/>
              <a:cs typeface="Calibri"/>
            </a:endParaRPr>
          </a:p>
          <a:p>
            <a:r>
              <a:rPr lang="en-US"/>
              <a:t>We ensure our app is suitable for Makers Valley environment, which faces floodings, and extreme heats, since we give insight to help reduce trash pollution in the local river, and help support buildings with poor materials, and farmers to give them early warnings to protect their farmland from flood contamination.</a:t>
            </a:r>
          </a:p>
          <a:p>
            <a:r>
              <a:rPr lang="en-US"/>
              <a:t>---------------------------</a:t>
            </a:r>
          </a:p>
          <a:p>
            <a:r>
              <a:rPr lang="en-US"/>
              <a:t>Legal &amp; Ethical suitability</a:t>
            </a:r>
          </a:p>
          <a:p>
            <a:r>
              <a:rPr lang="en-US"/>
              <a:t>---------------------------</a:t>
            </a:r>
          </a:p>
          <a:p>
            <a:r>
              <a:rPr lang="en-US"/>
              <a:t>Our app will follow the South African Weather Service Act 8 of 2001, which bans false weather alerts. We get our API data from Open-</a:t>
            </a:r>
            <a:r>
              <a:rPr lang="en-US" err="1"/>
              <a:t>Meteo</a:t>
            </a:r>
            <a:r>
              <a:rPr lang="en-US"/>
              <a:t> which requires users to accept their terms before using the app to ensure compliance otherwise it can lead to penalties.</a:t>
            </a:r>
            <a:endParaRPr lang="en-US">
              <a:ea typeface="Calibri"/>
              <a:cs typeface="Calibri"/>
            </a:endParaRPr>
          </a:p>
          <a:p>
            <a:r>
              <a:rPr lang="en-US"/>
              <a:t>-----------</a:t>
            </a:r>
          </a:p>
          <a:p>
            <a:r>
              <a:rPr lang="en-US"/>
              <a:t>Scalability</a:t>
            </a:r>
          </a:p>
          <a:p>
            <a:r>
              <a:rPr lang="en-US"/>
              <a:t>-----------</a:t>
            </a:r>
          </a:p>
          <a:p>
            <a:r>
              <a:rPr lang="en-US"/>
              <a:t>The app scales easily for Makers Valleys and beyond for other locations. This the API we use is cost effective and flexible for different regions, also it allows for highly specific weather data to be chosen.</a:t>
            </a:r>
          </a:p>
        </p:txBody>
      </p:sp>
      <p:sp>
        <p:nvSpPr>
          <p:cNvPr id="4" name="Slide Number Placeholder 3"/>
          <p:cNvSpPr>
            <a:spLocks noGrp="1"/>
          </p:cNvSpPr>
          <p:nvPr>
            <p:ph type="sldNum" sz="quarter" idx="5"/>
          </p:nvPr>
        </p:nvSpPr>
        <p:spPr/>
        <p:txBody>
          <a:bodyPr/>
          <a:lstStyle/>
          <a:p>
            <a:fld id="{C7AD1876-7D6F-46C8-976A-34F3A206CFF7}" type="slidenum">
              <a:rPr lang="en-GB"/>
              <a:t>13</a:t>
            </a:fld>
            <a:endParaRPr lang="en-GB"/>
          </a:p>
        </p:txBody>
      </p:sp>
    </p:spTree>
    <p:extLst>
      <p:ext uri="{BB962C8B-B14F-4D97-AF65-F5344CB8AC3E}">
        <p14:creationId xmlns:p14="http://schemas.microsoft.com/office/powerpoint/2010/main" val="3862312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Power-outages</a:t>
            </a:r>
            <a:endParaRPr lang="en-GB"/>
          </a:p>
          <a:p>
            <a:r>
              <a:rPr lang="en-US"/>
              <a:t>-------------</a:t>
            </a:r>
            <a:endParaRPr lang="en-GB"/>
          </a:p>
          <a:p>
            <a:r>
              <a:rPr lang="en-US"/>
              <a:t>Makers Valley faces frequent load shedding, often lasting 1-10 hours. Since their internet access isn't reliable our application allows users to locally store a week's worth of weather data on their device.</a:t>
            </a:r>
          </a:p>
          <a:p>
            <a:r>
              <a:rPr lang="en-US"/>
              <a:t>--------------------------------------------</a:t>
            </a:r>
            <a:endParaRPr lang="en-US">
              <a:ea typeface="Calibri" panose="020F0502020204030204"/>
              <a:cs typeface="Calibri" panose="020F0502020204030204"/>
            </a:endParaRPr>
          </a:p>
          <a:p>
            <a:r>
              <a:rPr lang="en-US"/>
              <a:t>Energy Suitability</a:t>
            </a:r>
            <a:endParaRPr lang="en-US">
              <a:ea typeface="Calibri" panose="020F0502020204030204"/>
              <a:cs typeface="Calibri" panose="020F0502020204030204"/>
            </a:endParaRPr>
          </a:p>
          <a:p>
            <a:r>
              <a:rPr lang="en-US"/>
              <a:t>--------------------------------------------</a:t>
            </a:r>
            <a:endParaRPr lang="en-US">
              <a:ea typeface="Calibri" panose="020F0502020204030204"/>
              <a:cs typeface="Calibri" panose="020F0502020204030204"/>
            </a:endParaRPr>
          </a:p>
          <a:p>
            <a:r>
              <a:rPr lang="en-US"/>
              <a:t>Our application suits Makers Valley's energy limits, since they have load shedding which affects many local's homes, our appl runes on an older phone, and the app automatically sets as dark mode to aid in power saving.</a:t>
            </a:r>
            <a:endParaRPr lang="en-US">
              <a:ea typeface="Calibri"/>
              <a:cs typeface="Calibri"/>
            </a:endParaRPr>
          </a:p>
          <a:p>
            <a:r>
              <a:rPr lang="en-US"/>
              <a:t>---------------------</a:t>
            </a:r>
            <a:endParaRPr lang="en-US">
              <a:ea typeface="Calibri" panose="020F0502020204030204"/>
              <a:cs typeface="Calibri" panose="020F0502020204030204"/>
            </a:endParaRPr>
          </a:p>
          <a:p>
            <a:r>
              <a:rPr lang="en-US"/>
              <a:t>Software requirements</a:t>
            </a:r>
            <a:endParaRPr lang="en-US">
              <a:ea typeface="Calibri"/>
              <a:cs typeface="Calibri"/>
            </a:endParaRPr>
          </a:p>
          <a:p>
            <a:r>
              <a:rPr lang="en-US"/>
              <a:t>---------------------</a:t>
            </a:r>
            <a:endParaRPr lang="en-US">
              <a:ea typeface="Calibri" panose="020F0502020204030204"/>
              <a:cs typeface="Calibri" panose="020F0502020204030204"/>
            </a:endParaRPr>
          </a:p>
          <a:p>
            <a:r>
              <a:rPr lang="en-US"/>
              <a:t>our weather application is designed to run on an older phone while using as little energy as needed, So locals can access it when internet is available when load shedding is done. The app is open-source, so users can install it locally and even customize the weather data to their needs whether  their a farmer or a resident.</a:t>
            </a:r>
            <a:endParaRPr lang="en-US">
              <a:ea typeface="Calibri"/>
              <a:cs typeface="Calibri"/>
            </a:endParaRPr>
          </a:p>
          <a:p>
            <a:r>
              <a:rPr lang="en-US"/>
              <a:t>---------------------------</a:t>
            </a:r>
            <a:endParaRPr lang="en-US">
              <a:ea typeface="Calibri"/>
              <a:cs typeface="Calibri"/>
            </a:endParaRPr>
          </a:p>
          <a:p>
            <a:r>
              <a:rPr lang="en-US"/>
              <a:t>Technical experience needed</a:t>
            </a:r>
            <a:endParaRPr lang="en-US">
              <a:ea typeface="Calibri"/>
              <a:cs typeface="Calibri"/>
            </a:endParaRPr>
          </a:p>
          <a:p>
            <a:r>
              <a:rPr lang="en-US"/>
              <a:t>---------------------------</a:t>
            </a:r>
            <a:endParaRPr lang="en-US">
              <a:ea typeface="Calibri"/>
              <a:cs typeface="Calibri"/>
            </a:endParaRPr>
          </a:p>
          <a:p>
            <a:r>
              <a:rPr lang="en-US"/>
              <a:t>Our app will need some basic tech skills to use, since it will need to be downloaded for an app store, and they will also need to find the stored weather data, however Makers Valley has various schools such as a digital literacy workshop where locals can get support.</a:t>
            </a:r>
            <a:endParaRPr lang="en-US">
              <a:ea typeface="Calibri"/>
              <a:cs typeface="Calibri"/>
            </a:endParaRPr>
          </a:p>
          <a:p>
            <a:r>
              <a:rPr lang="en-US"/>
              <a:t>-----------</a:t>
            </a:r>
            <a:endParaRPr lang="en-US">
              <a:ea typeface="Calibri"/>
              <a:cs typeface="Calibri"/>
            </a:endParaRPr>
          </a:p>
          <a:p>
            <a:r>
              <a:rPr lang="en-US"/>
              <a:t>Ease of Use</a:t>
            </a:r>
            <a:endParaRPr lang="en-US">
              <a:ea typeface="Calibri"/>
              <a:cs typeface="Calibri"/>
            </a:endParaRPr>
          </a:p>
          <a:p>
            <a:r>
              <a:rPr lang="en-US"/>
              <a:t>-----------</a:t>
            </a:r>
            <a:endParaRPr lang="en-US">
              <a:ea typeface="Calibri"/>
              <a:cs typeface="Calibri"/>
            </a:endParaRPr>
          </a:p>
          <a:p>
            <a:r>
              <a:rPr lang="en-US"/>
              <a:t>The app, is simple to use, since it has a clear interface, and a set dark mode for power saving, the app is designed for the Makers Valley local community, so it has easy navigation and supporting the common diverse languages.</a:t>
            </a:r>
            <a:endParaRPr lang="en-US">
              <a:ea typeface="Calibri"/>
              <a:cs typeface="Calibri"/>
            </a:endParaRPr>
          </a:p>
        </p:txBody>
      </p:sp>
      <p:sp>
        <p:nvSpPr>
          <p:cNvPr id="4" name="Slide Number Placeholder 3"/>
          <p:cNvSpPr>
            <a:spLocks noGrp="1"/>
          </p:cNvSpPr>
          <p:nvPr>
            <p:ph type="sldNum" sz="quarter" idx="5"/>
          </p:nvPr>
        </p:nvSpPr>
        <p:spPr/>
        <p:txBody>
          <a:bodyPr/>
          <a:lstStyle/>
          <a:p>
            <a:fld id="{C7AD1876-7D6F-46C8-976A-34F3A206CFF7}" type="slidenum">
              <a:rPr lang="en-GB"/>
              <a:t>14</a:t>
            </a:fld>
            <a:endParaRPr lang="en-GB"/>
          </a:p>
        </p:txBody>
      </p:sp>
    </p:spTree>
    <p:extLst>
      <p:ext uri="{BB962C8B-B14F-4D97-AF65-F5344CB8AC3E}">
        <p14:creationId xmlns:p14="http://schemas.microsoft.com/office/powerpoint/2010/main" val="1856555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6/12/2025</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561105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6/12/2025</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42032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6/12/2025</a:t>
            </a:fld>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349860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6/12/2025</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143993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6/12/2025</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43937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6/12/2025</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838285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6/12/2025</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995941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6/12/2025</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83834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6/12/2025</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66195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6/12/2025</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197003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6/12/2025</a:t>
            </a:fld>
            <a:endParaRPr lang="en-US"/>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332985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6/12/2025</a:t>
            </a:fld>
            <a:endParaRPr lang="en-US"/>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382097637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53" r:id="rId6"/>
    <p:sldLayoutId id="2147483749" r:id="rId7"/>
    <p:sldLayoutId id="2147483750" r:id="rId8"/>
    <p:sldLayoutId id="2147483751" r:id="rId9"/>
    <p:sldLayoutId id="2147483752" r:id="rId10"/>
    <p:sldLayoutId id="2147483754"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AF152BFE-7BA8-4007-AD9C-F4DC95E43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Freeform: Shape 12">
            <a:extLst>
              <a:ext uri="{FF2B5EF4-FFF2-40B4-BE49-F238E27FC236}">
                <a16:creationId xmlns:a16="http://schemas.microsoft.com/office/drawing/2014/main" id="{26796024-DF17-4BB3-BF28-01E168A3C5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661" y="63892"/>
            <a:ext cx="2222198" cy="2133710"/>
          </a:xfrm>
          <a:custGeom>
            <a:avLst/>
            <a:gdLst>
              <a:gd name="connsiteX0" fmla="*/ 0 w 2222198"/>
              <a:gd name="connsiteY0" fmla="*/ 0 h 2133710"/>
              <a:gd name="connsiteX1" fmla="*/ 44227 w 2222198"/>
              <a:gd name="connsiteY1" fmla="*/ 2234 h 2133710"/>
              <a:gd name="connsiteX2" fmla="*/ 2193454 w 2222198"/>
              <a:gd name="connsiteY2" fmla="*/ 1945372 h 2133710"/>
              <a:gd name="connsiteX3" fmla="*/ 2222198 w 2222198"/>
              <a:gd name="connsiteY3" fmla="*/ 2133710 h 2133710"/>
              <a:gd name="connsiteX4" fmla="*/ 1394653 w 2222198"/>
              <a:gd name="connsiteY4" fmla="*/ 2133710 h 2133710"/>
              <a:gd name="connsiteX5" fmla="*/ 1391100 w 2222198"/>
              <a:gd name="connsiteY5" fmla="*/ 2110427 h 2133710"/>
              <a:gd name="connsiteX6" fmla="*/ 122376 w 2222198"/>
              <a:gd name="connsiteY6" fmla="*/ 841704 h 2133710"/>
              <a:gd name="connsiteX7" fmla="*/ 0 w 2222198"/>
              <a:gd name="connsiteY7" fmla="*/ 823027 h 213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2198" h="2133710">
                <a:moveTo>
                  <a:pt x="0" y="0"/>
                </a:moveTo>
                <a:lnTo>
                  <a:pt x="44227" y="2234"/>
                </a:lnTo>
                <a:cubicBezTo>
                  <a:pt x="1114682" y="110944"/>
                  <a:pt x="1981368" y="908934"/>
                  <a:pt x="2193454" y="1945372"/>
                </a:cubicBezTo>
                <a:lnTo>
                  <a:pt x="2222198" y="2133710"/>
                </a:lnTo>
                <a:lnTo>
                  <a:pt x="1394653" y="2133710"/>
                </a:lnTo>
                <a:lnTo>
                  <a:pt x="1391100" y="2110427"/>
                </a:lnTo>
                <a:cubicBezTo>
                  <a:pt x="1260786" y="1473602"/>
                  <a:pt x="759202" y="972017"/>
                  <a:pt x="122376" y="841704"/>
                </a:cubicBezTo>
                <a:lnTo>
                  <a:pt x="0" y="823027"/>
                </a:ln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Right Triangle 14">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8" name="Straight Connector 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453142" y="725467"/>
            <a:ext cx="5414255" cy="2784496"/>
          </a:xfrm>
        </p:spPr>
        <p:txBody>
          <a:bodyPr>
            <a:normAutofit/>
          </a:bodyPr>
          <a:lstStyle/>
          <a:p>
            <a:pPr algn="l"/>
            <a:r>
              <a:rPr lang="en-GB">
                <a:solidFill>
                  <a:schemeClr val="tx2">
                    <a:alpha val="80000"/>
                  </a:schemeClr>
                </a:solidFill>
                <a:cs typeface="Posterama"/>
              </a:rPr>
              <a:t>Weather app for Makers Valley</a:t>
            </a:r>
            <a:endParaRPr lang="en-GB">
              <a:solidFill>
                <a:schemeClr val="tx2">
                  <a:alpha val="80000"/>
                </a:schemeClr>
              </a:solidFill>
            </a:endParaRPr>
          </a:p>
        </p:txBody>
      </p:sp>
      <p:sp>
        <p:nvSpPr>
          <p:cNvPr id="3" name="Subtitle 2"/>
          <p:cNvSpPr>
            <a:spLocks noGrp="1"/>
          </p:cNvSpPr>
          <p:nvPr>
            <p:ph type="subTitle" idx="1"/>
          </p:nvPr>
        </p:nvSpPr>
        <p:spPr>
          <a:xfrm>
            <a:off x="453142" y="3602038"/>
            <a:ext cx="5414255" cy="1560594"/>
          </a:xfrm>
        </p:spPr>
        <p:txBody>
          <a:bodyPr vert="horz" lIns="91440" tIns="45720" rIns="91440" bIns="45720" rtlCol="0" anchor="t">
            <a:normAutofit/>
          </a:bodyPr>
          <a:lstStyle/>
          <a:p>
            <a:pPr algn="l"/>
            <a:r>
              <a:rPr lang="en-GB">
                <a:solidFill>
                  <a:schemeClr val="tx2">
                    <a:alpha val="80000"/>
                  </a:schemeClr>
                </a:solidFill>
              </a:rPr>
              <a:t>By Group 28</a:t>
            </a:r>
          </a:p>
        </p:txBody>
      </p:sp>
      <p:pic>
        <p:nvPicPr>
          <p:cNvPr id="4" name="Picture 3" descr="A colourful light bulb with business icons">
            <a:extLst>
              <a:ext uri="{FF2B5EF4-FFF2-40B4-BE49-F238E27FC236}">
                <a16:creationId xmlns:a16="http://schemas.microsoft.com/office/drawing/2014/main" id="{01778A3D-9A8F-7F1A-F945-9CC4BFF63421}"/>
              </a:ext>
            </a:extLst>
          </p:cNvPr>
          <p:cNvPicPr>
            <a:picLocks noChangeAspect="1"/>
          </p:cNvPicPr>
          <p:nvPr/>
        </p:nvPicPr>
        <p:blipFill>
          <a:blip r:embed="rId2"/>
          <a:srcRect l="19617" r="19033" b="-3"/>
          <a:stretch>
            <a:fillRect/>
          </a:stretch>
        </p:blipFill>
        <p:spPr>
          <a:xfrm>
            <a:off x="6189156" y="-3440"/>
            <a:ext cx="6015813" cy="6861439"/>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5B62175A-9061-4508-B024-671E2C3C3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ight Triangle 12">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214827" cy="6858000"/>
            <a:chOff x="-6214" y="-1"/>
            <a:chExt cx="12214827" cy="6858000"/>
          </a:xfrm>
        </p:grpSpPr>
        <p:cxnSp>
          <p:nvCxnSpPr>
            <p:cNvPr id="16" name="Straight Connector 15">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7D7F7755-C305-4B28-8A86-8EA889812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40C0939-5E1A-5D3B-73A1-3E77820E0F7F}"/>
              </a:ext>
            </a:extLst>
          </p:cNvPr>
          <p:cNvSpPr>
            <a:spLocks noGrp="1"/>
          </p:cNvSpPr>
          <p:nvPr>
            <p:ph type="title"/>
          </p:nvPr>
        </p:nvSpPr>
        <p:spPr>
          <a:xfrm>
            <a:off x="304804" y="339991"/>
            <a:ext cx="11502142" cy="1499851"/>
          </a:xfrm>
        </p:spPr>
        <p:txBody>
          <a:bodyPr>
            <a:normAutofit/>
          </a:bodyPr>
          <a:lstStyle/>
          <a:p>
            <a:pPr algn="ctr"/>
            <a:r>
              <a:rPr lang="en-GB">
                <a:solidFill>
                  <a:schemeClr val="tx2">
                    <a:alpha val="80000"/>
                  </a:schemeClr>
                </a:solidFill>
                <a:cs typeface="Posterama"/>
              </a:rPr>
              <a:t>Presentation Overview:</a:t>
            </a:r>
          </a:p>
        </p:txBody>
      </p:sp>
      <p:graphicFrame>
        <p:nvGraphicFramePr>
          <p:cNvPr id="6" name="Content Placeholder 2">
            <a:extLst>
              <a:ext uri="{FF2B5EF4-FFF2-40B4-BE49-F238E27FC236}">
                <a16:creationId xmlns:a16="http://schemas.microsoft.com/office/drawing/2014/main" id="{696342C9-F029-60D0-6BDA-B9AC2C4E16B1}"/>
              </a:ext>
            </a:extLst>
          </p:cNvPr>
          <p:cNvGraphicFramePr>
            <a:graphicFrameLocks noGrp="1"/>
          </p:cNvGraphicFramePr>
          <p:nvPr>
            <p:ph idx="1"/>
            <p:extLst>
              <p:ext uri="{D42A27DB-BD31-4B8C-83A1-F6EECF244321}">
                <p14:modId xmlns:p14="http://schemas.microsoft.com/office/powerpoint/2010/main" val="2913564498"/>
              </p:ext>
            </p:extLst>
          </p:nvPr>
        </p:nvGraphicFramePr>
        <p:xfrm>
          <a:off x="304804" y="2057416"/>
          <a:ext cx="11502135" cy="3976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0665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86BBB-47C9-8383-3DAD-9F5536FCD20E}"/>
              </a:ext>
            </a:extLst>
          </p:cNvPr>
          <p:cNvSpPr>
            <a:spLocks noGrp="1"/>
          </p:cNvSpPr>
          <p:nvPr>
            <p:ph type="title"/>
          </p:nvPr>
        </p:nvSpPr>
        <p:spPr/>
        <p:txBody>
          <a:bodyPr/>
          <a:lstStyle/>
          <a:p>
            <a:r>
              <a:rPr lang="en-GB">
                <a:cs typeface="Posterama"/>
              </a:rPr>
              <a:t>Introduction to our problem</a:t>
            </a:r>
            <a:endParaRPr lang="en-GB"/>
          </a:p>
        </p:txBody>
      </p:sp>
      <p:sp>
        <p:nvSpPr>
          <p:cNvPr id="3" name="Content Placeholder 2">
            <a:extLst>
              <a:ext uri="{FF2B5EF4-FFF2-40B4-BE49-F238E27FC236}">
                <a16:creationId xmlns:a16="http://schemas.microsoft.com/office/drawing/2014/main" id="{31400B8C-AF47-22F6-BE51-80708ABC0100}"/>
              </a:ext>
            </a:extLst>
          </p:cNvPr>
          <p:cNvSpPr>
            <a:spLocks noGrp="1"/>
          </p:cNvSpPr>
          <p:nvPr>
            <p:ph idx="1"/>
          </p:nvPr>
        </p:nvSpPr>
        <p:spPr/>
        <p:txBody>
          <a:bodyPr vert="horz" lIns="91440" tIns="45720" rIns="91440" bIns="45720" rtlCol="0" anchor="t">
            <a:normAutofit fontScale="77500" lnSpcReduction="20000"/>
          </a:bodyPr>
          <a:lstStyle/>
          <a:p>
            <a:r>
              <a:rPr lang="en-GB" sz="2400">
                <a:ea typeface="+mn-lt"/>
                <a:cs typeface="+mn-lt"/>
              </a:rPr>
              <a:t>A lack of information could lead the locals to make Un optimal decisions in sectors like agriculture leading to lower food availability provided by local businesses. </a:t>
            </a:r>
            <a:endParaRPr lang="en-GB">
              <a:ea typeface="+mn-lt"/>
              <a:cs typeface="+mn-lt"/>
            </a:endParaRPr>
          </a:p>
          <a:p>
            <a:pPr>
              <a:buClr>
                <a:srgbClr val="FFFFFF"/>
              </a:buClr>
            </a:pPr>
            <a:r>
              <a:rPr lang="en-GB">
                <a:ea typeface="+mn-lt"/>
                <a:cs typeface="+mn-lt"/>
              </a:rPr>
              <a:t>Inconsistent internet access due to power shedding</a:t>
            </a:r>
            <a:endParaRPr lang="en-US"/>
          </a:p>
          <a:p>
            <a:pPr>
              <a:buClr>
                <a:srgbClr val="FFFFFF"/>
              </a:buClr>
            </a:pPr>
            <a:r>
              <a:rPr lang="en-GB">
                <a:ea typeface="+mn-lt"/>
                <a:cs typeface="+mn-lt"/>
              </a:rPr>
              <a:t>prevents locals from knowing what the weather will be like for the next couple days. </a:t>
            </a:r>
          </a:p>
          <a:p>
            <a:pPr>
              <a:buClr>
                <a:srgbClr val="FFFFFF"/>
              </a:buClr>
            </a:pPr>
            <a:r>
              <a:rPr lang="en-GB">
                <a:ea typeface="+mn-lt"/>
                <a:cs typeface="+mn-lt"/>
              </a:rPr>
              <a:t>Load shedding often lasts 10-14hr. </a:t>
            </a:r>
            <a:endParaRPr lang="en-GB"/>
          </a:p>
          <a:p>
            <a:pPr>
              <a:buClr>
                <a:srgbClr val="FFFFFF"/>
              </a:buClr>
            </a:pPr>
            <a:r>
              <a:rPr lang="en-GB">
                <a:ea typeface="+mn-lt"/>
                <a:cs typeface="+mn-lt"/>
              </a:rPr>
              <a:t>Each household only has 2 phones with usually 1 of them being higher quality with 4g capabilities</a:t>
            </a:r>
            <a:endParaRPr lang="en-GB"/>
          </a:p>
          <a:p>
            <a:pPr>
              <a:buClr>
                <a:srgbClr val="FFFFFF"/>
              </a:buClr>
            </a:pPr>
            <a:r>
              <a:rPr lang="en-GB">
                <a:ea typeface="+mn-lt"/>
                <a:cs typeface="+mn-lt"/>
              </a:rPr>
              <a:t>Few people have computers </a:t>
            </a:r>
            <a:endParaRPr lang="en-GB"/>
          </a:p>
          <a:p>
            <a:pPr>
              <a:buClr>
                <a:srgbClr val="FFFFFF"/>
              </a:buClr>
            </a:pPr>
            <a:r>
              <a:rPr lang="en-GB">
                <a:ea typeface="+mn-lt"/>
                <a:cs typeface="+mn-lt"/>
              </a:rPr>
              <a:t>Floods are common</a:t>
            </a:r>
            <a:endParaRPr lang="en-GB"/>
          </a:p>
          <a:p>
            <a:pPr>
              <a:buClr>
                <a:srgbClr val="FFFFFF"/>
              </a:buClr>
            </a:pPr>
            <a:r>
              <a:rPr lang="en-GB">
                <a:ea typeface="+mn-lt"/>
                <a:cs typeface="+mn-lt"/>
              </a:rPr>
              <a:t>Power outages are common and can last 10-14hrs </a:t>
            </a:r>
            <a:endParaRPr lang="en-GB"/>
          </a:p>
        </p:txBody>
      </p:sp>
    </p:spTree>
    <p:extLst>
      <p:ext uri="{BB962C8B-B14F-4D97-AF65-F5344CB8AC3E}">
        <p14:creationId xmlns:p14="http://schemas.microsoft.com/office/powerpoint/2010/main" val="3869084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8E29D-19E2-1DE6-E259-83157E07CA2F}"/>
              </a:ext>
            </a:extLst>
          </p:cNvPr>
          <p:cNvSpPr>
            <a:spLocks noGrp="1"/>
          </p:cNvSpPr>
          <p:nvPr>
            <p:ph type="title"/>
          </p:nvPr>
        </p:nvSpPr>
        <p:spPr/>
        <p:txBody>
          <a:bodyPr/>
          <a:lstStyle/>
          <a:p>
            <a:r>
              <a:rPr lang="en-GB">
                <a:cs typeface="Posterama"/>
              </a:rPr>
              <a:t>Introduction of our solution</a:t>
            </a:r>
            <a:endParaRPr lang="en-GB"/>
          </a:p>
        </p:txBody>
      </p:sp>
      <p:sp>
        <p:nvSpPr>
          <p:cNvPr id="3" name="Content Placeholder 2">
            <a:extLst>
              <a:ext uri="{FF2B5EF4-FFF2-40B4-BE49-F238E27FC236}">
                <a16:creationId xmlns:a16="http://schemas.microsoft.com/office/drawing/2014/main" id="{D6C37785-CD89-2B46-B6BC-112EE2D801EA}"/>
              </a:ext>
            </a:extLst>
          </p:cNvPr>
          <p:cNvSpPr>
            <a:spLocks noGrp="1"/>
          </p:cNvSpPr>
          <p:nvPr>
            <p:ph idx="1"/>
          </p:nvPr>
        </p:nvSpPr>
        <p:spPr>
          <a:xfrm>
            <a:off x="457200" y="2122676"/>
            <a:ext cx="10722932" cy="4351338"/>
          </a:xfrm>
        </p:spPr>
        <p:txBody>
          <a:bodyPr vert="horz" lIns="91440" tIns="45720" rIns="91440" bIns="45720" rtlCol="0" anchor="t">
            <a:normAutofit/>
          </a:bodyPr>
          <a:lstStyle/>
          <a:p>
            <a:r>
              <a:rPr lang="en-GB"/>
              <a:t>We have made an app which allows residents of Makers Valley to access the weather even if power and the internet is down.</a:t>
            </a:r>
          </a:p>
          <a:p>
            <a:pPr>
              <a:buClr>
                <a:srgbClr val="FFFFFF"/>
              </a:buClr>
            </a:pPr>
            <a:endParaRPr lang="en-GB"/>
          </a:p>
          <a:p>
            <a:pPr>
              <a:buClr>
                <a:srgbClr val="FFFFFF"/>
              </a:buClr>
            </a:pPr>
            <a:endParaRPr lang="en-GB"/>
          </a:p>
          <a:p>
            <a:pPr>
              <a:buClr>
                <a:srgbClr val="FFFFFF"/>
              </a:buClr>
            </a:pPr>
            <a:r>
              <a:rPr lang="en-GB"/>
              <a:t>Mission Statement - "</a:t>
            </a:r>
            <a:r>
              <a:rPr lang="en-GB">
                <a:ea typeface="+mn-lt"/>
                <a:cs typeface="+mn-lt"/>
              </a:rPr>
              <a:t>We are committed to making a lightweight weather app for users in Johannesburg and other locations</a:t>
            </a:r>
            <a:r>
              <a:rPr lang="en-GB"/>
              <a:t>"</a:t>
            </a:r>
          </a:p>
        </p:txBody>
      </p:sp>
    </p:spTree>
    <p:extLst>
      <p:ext uri="{BB962C8B-B14F-4D97-AF65-F5344CB8AC3E}">
        <p14:creationId xmlns:p14="http://schemas.microsoft.com/office/powerpoint/2010/main" val="2662372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40DDE-48A5-49DA-0F3A-18889AFB7BC9}"/>
              </a:ext>
            </a:extLst>
          </p:cNvPr>
          <p:cNvSpPr>
            <a:spLocks noGrp="1"/>
          </p:cNvSpPr>
          <p:nvPr>
            <p:ph type="title"/>
          </p:nvPr>
        </p:nvSpPr>
        <p:spPr/>
        <p:txBody>
          <a:bodyPr/>
          <a:lstStyle/>
          <a:p>
            <a:r>
              <a:rPr lang="en-GB">
                <a:cs typeface="Posterama"/>
              </a:rPr>
              <a:t>UML Diagram</a:t>
            </a:r>
            <a:endParaRPr lang="en-GB"/>
          </a:p>
        </p:txBody>
      </p:sp>
      <p:pic>
        <p:nvPicPr>
          <p:cNvPr id="4" name="Content Placeholder 3" descr="A screenshot of a computer&#10;&#10;AI-generated content may be incorrect.">
            <a:extLst>
              <a:ext uri="{FF2B5EF4-FFF2-40B4-BE49-F238E27FC236}">
                <a16:creationId xmlns:a16="http://schemas.microsoft.com/office/drawing/2014/main" id="{F79ECB2F-4CB0-7E40-B27E-C7D6E4E05EF8}"/>
              </a:ext>
            </a:extLst>
          </p:cNvPr>
          <p:cNvPicPr>
            <a:picLocks noGrp="1" noChangeAspect="1"/>
          </p:cNvPicPr>
          <p:nvPr>
            <p:ph idx="1"/>
          </p:nvPr>
        </p:nvPicPr>
        <p:blipFill>
          <a:blip r:embed="rId2"/>
          <a:stretch>
            <a:fillRect/>
          </a:stretch>
        </p:blipFill>
        <p:spPr>
          <a:xfrm>
            <a:off x="4441982" y="261743"/>
            <a:ext cx="6750274" cy="6343290"/>
          </a:xfrm>
        </p:spPr>
      </p:pic>
    </p:spTree>
    <p:extLst>
      <p:ext uri="{BB962C8B-B14F-4D97-AF65-F5344CB8AC3E}">
        <p14:creationId xmlns:p14="http://schemas.microsoft.com/office/powerpoint/2010/main" val="287634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30DD-5169-C702-FBFE-A48E88E321DA}"/>
              </a:ext>
            </a:extLst>
          </p:cNvPr>
          <p:cNvSpPr>
            <a:spLocks noGrp="1"/>
          </p:cNvSpPr>
          <p:nvPr>
            <p:ph type="title"/>
          </p:nvPr>
        </p:nvSpPr>
        <p:spPr>
          <a:xfrm>
            <a:off x="543232" y="389706"/>
            <a:ext cx="10722932" cy="1325563"/>
          </a:xfrm>
        </p:spPr>
        <p:txBody>
          <a:bodyPr/>
          <a:lstStyle/>
          <a:p>
            <a:r>
              <a:rPr lang="en-GB">
                <a:cs typeface="Posterama"/>
              </a:rPr>
              <a:t>Requirements:</a:t>
            </a:r>
            <a:br>
              <a:rPr lang="en-GB">
                <a:cs typeface="Posterama"/>
              </a:rPr>
            </a:br>
            <a:r>
              <a:rPr lang="en-GB" sz="1600">
                <a:cs typeface="Posterama"/>
              </a:rPr>
              <a:t>(With MoSCoW Analysis)</a:t>
            </a:r>
          </a:p>
        </p:txBody>
      </p:sp>
      <p:sp>
        <p:nvSpPr>
          <p:cNvPr id="3" name="Content Placeholder 2">
            <a:extLst>
              <a:ext uri="{FF2B5EF4-FFF2-40B4-BE49-F238E27FC236}">
                <a16:creationId xmlns:a16="http://schemas.microsoft.com/office/drawing/2014/main" id="{FCF1E81F-1A93-BD9B-0B28-B1F08AADB707}"/>
              </a:ext>
            </a:extLst>
          </p:cNvPr>
          <p:cNvSpPr>
            <a:spLocks noGrp="1"/>
          </p:cNvSpPr>
          <p:nvPr>
            <p:ph idx="1"/>
          </p:nvPr>
        </p:nvSpPr>
        <p:spPr>
          <a:xfrm>
            <a:off x="248265" y="1911657"/>
            <a:ext cx="10870416" cy="4265306"/>
          </a:xfrm>
        </p:spPr>
        <p:txBody>
          <a:bodyPr vert="horz" lIns="91440" tIns="45720" rIns="91440" bIns="45720" rtlCol="0" anchor="t">
            <a:normAutofit/>
          </a:bodyPr>
          <a:lstStyle/>
          <a:p>
            <a:r>
              <a:rPr lang="en-GB" sz="1800">
                <a:latin typeface="Open Sans"/>
                <a:ea typeface="Open Sans"/>
                <a:cs typeface="Open Sans"/>
              </a:rPr>
              <a:t>Accurately displays weather for correct region </a:t>
            </a:r>
            <a:r>
              <a:rPr lang="en-GB" sz="1800" b="1">
                <a:latin typeface="Open Sans"/>
                <a:ea typeface="Open Sans"/>
                <a:cs typeface="Open Sans"/>
              </a:rPr>
              <a:t>(Must)</a:t>
            </a:r>
          </a:p>
          <a:p>
            <a:pPr>
              <a:buClr>
                <a:srgbClr val="FFFFFF"/>
              </a:buClr>
            </a:pPr>
            <a:r>
              <a:rPr lang="en-GB" sz="1800">
                <a:latin typeface="Open Sans"/>
                <a:ea typeface="Open Sans"/>
                <a:cs typeface="Open Sans"/>
              </a:rPr>
              <a:t>Simple GUI </a:t>
            </a:r>
            <a:r>
              <a:rPr lang="en-GB" sz="1800" b="1">
                <a:latin typeface="Open Sans"/>
                <a:ea typeface="Open Sans"/>
                <a:cs typeface="Open Sans"/>
              </a:rPr>
              <a:t>(Must)</a:t>
            </a:r>
          </a:p>
          <a:p>
            <a:pPr>
              <a:buClr>
                <a:srgbClr val="FFFFFF"/>
              </a:buClr>
            </a:pPr>
            <a:r>
              <a:rPr lang="en-GB" sz="1800">
                <a:latin typeface="Open Sans"/>
                <a:ea typeface="Open Sans"/>
                <a:cs typeface="Open Sans"/>
              </a:rPr>
              <a:t>Being able to download information </a:t>
            </a:r>
            <a:r>
              <a:rPr lang="en-GB" sz="1800" b="1">
                <a:latin typeface="Open Sans"/>
                <a:ea typeface="Open Sans"/>
                <a:cs typeface="Open Sans"/>
              </a:rPr>
              <a:t>(Should)</a:t>
            </a:r>
          </a:p>
          <a:p>
            <a:pPr>
              <a:buClr>
                <a:srgbClr val="FFFFFF"/>
              </a:buClr>
            </a:pPr>
            <a:r>
              <a:rPr lang="en-GB" sz="1800">
                <a:latin typeface="Open Sans"/>
                <a:ea typeface="Open Sans"/>
                <a:cs typeface="Open Sans"/>
              </a:rPr>
              <a:t>Detects if a flood is possible in the week </a:t>
            </a:r>
            <a:r>
              <a:rPr lang="en-GB" sz="1800" b="1">
                <a:latin typeface="Open Sans"/>
                <a:ea typeface="Open Sans"/>
                <a:cs typeface="Open Sans"/>
              </a:rPr>
              <a:t>(Could)</a:t>
            </a:r>
          </a:p>
          <a:p>
            <a:pPr>
              <a:buClr>
                <a:srgbClr val="FFFFFF"/>
              </a:buClr>
            </a:pPr>
            <a:r>
              <a:rPr lang="en-GB" sz="1800">
                <a:latin typeface="Open Sans"/>
                <a:ea typeface="Open Sans"/>
                <a:cs typeface="Open Sans"/>
              </a:rPr>
              <a:t>Notifies the user that a flood is possible </a:t>
            </a:r>
            <a:r>
              <a:rPr lang="en-GB" sz="1800" b="1">
                <a:latin typeface="Open Sans"/>
                <a:ea typeface="Open Sans"/>
                <a:cs typeface="Open Sans"/>
              </a:rPr>
              <a:t>(Could)</a:t>
            </a:r>
          </a:p>
          <a:p>
            <a:pPr>
              <a:buClr>
                <a:srgbClr val="FFFFFF"/>
              </a:buClr>
            </a:pPr>
            <a:r>
              <a:rPr lang="en-GB" sz="1800">
                <a:latin typeface="Open Sans"/>
                <a:ea typeface="Open Sans"/>
                <a:cs typeface="Open Sans"/>
              </a:rPr>
              <a:t>Allow user to change units to suit their needs </a:t>
            </a:r>
            <a:r>
              <a:rPr lang="en-GB" sz="1800" b="1">
                <a:latin typeface="Open Sans"/>
                <a:ea typeface="Open Sans"/>
                <a:cs typeface="Open Sans"/>
              </a:rPr>
              <a:t>(Could)</a:t>
            </a:r>
          </a:p>
          <a:p>
            <a:pPr>
              <a:buClr>
                <a:srgbClr val="FFFFFF"/>
              </a:buClr>
            </a:pPr>
            <a:r>
              <a:rPr lang="en-GB" sz="1800">
                <a:latin typeface="Open Sans"/>
                <a:ea typeface="Open Sans"/>
                <a:cs typeface="Open Sans"/>
              </a:rPr>
              <a:t>Alerts user to upcoming power outages </a:t>
            </a:r>
            <a:r>
              <a:rPr lang="en-GB" sz="1800" b="1">
                <a:latin typeface="Open Sans"/>
                <a:ea typeface="Open Sans"/>
                <a:cs typeface="Open Sans"/>
              </a:rPr>
              <a:t>(Could)</a:t>
            </a:r>
          </a:p>
          <a:p>
            <a:pPr>
              <a:buClr>
                <a:srgbClr val="FFFFFF"/>
              </a:buClr>
            </a:pPr>
            <a:r>
              <a:rPr lang="en-GB" sz="1800">
                <a:latin typeface="Open Sans"/>
                <a:ea typeface="Open Sans"/>
                <a:cs typeface="Open Sans"/>
              </a:rPr>
              <a:t>Alerts user of other disasters (e.g. Heatwave) </a:t>
            </a:r>
            <a:r>
              <a:rPr lang="en-GB" sz="1800" b="1">
                <a:latin typeface="Open Sans"/>
                <a:ea typeface="Open Sans"/>
                <a:cs typeface="Open Sans"/>
              </a:rPr>
              <a:t>(Could)</a:t>
            </a:r>
          </a:p>
          <a:p>
            <a:pPr>
              <a:buClr>
                <a:srgbClr val="FFFFFF"/>
              </a:buClr>
            </a:pPr>
            <a:endParaRPr lang="en-GB" sz="1200">
              <a:latin typeface="Open Sans"/>
              <a:ea typeface="Open Sans"/>
              <a:cs typeface="Open Sans"/>
            </a:endParaRPr>
          </a:p>
          <a:p>
            <a:pPr>
              <a:buClr>
                <a:srgbClr val="FFFFFF"/>
              </a:buClr>
            </a:pPr>
            <a:endParaRPr lang="en-GB"/>
          </a:p>
        </p:txBody>
      </p:sp>
      <p:sp>
        <p:nvSpPr>
          <p:cNvPr id="4" name="TextBox 3">
            <a:extLst>
              <a:ext uri="{FF2B5EF4-FFF2-40B4-BE49-F238E27FC236}">
                <a16:creationId xmlns:a16="http://schemas.microsoft.com/office/drawing/2014/main" id="{B54B1898-32D9-F9ED-CE3C-912B0864484A}"/>
              </a:ext>
            </a:extLst>
          </p:cNvPr>
          <p:cNvSpPr txBox="1"/>
          <p:nvPr/>
        </p:nvSpPr>
        <p:spPr>
          <a:xfrm>
            <a:off x="6372010" y="1911457"/>
            <a:ext cx="4894881" cy="3458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10000"/>
              </a:lnSpc>
              <a:spcBef>
                <a:spcPts val="1000"/>
              </a:spcBef>
              <a:buFont typeface="Arial"/>
              <a:buChar char="•"/>
            </a:pPr>
            <a:r>
              <a:rPr lang="en-GB">
                <a:solidFill>
                  <a:srgbClr val="FFFFFF"/>
                </a:solidFill>
                <a:latin typeface="Open Sans"/>
                <a:ea typeface="Open Sans"/>
                <a:cs typeface="Open Sans"/>
              </a:rPr>
              <a:t>Manual/Automatic refresh when internet is available </a:t>
            </a:r>
            <a:r>
              <a:rPr lang="en-GB" b="1">
                <a:solidFill>
                  <a:srgbClr val="FFFFFF"/>
                </a:solidFill>
                <a:latin typeface="Open Sans"/>
                <a:ea typeface="Open Sans"/>
                <a:cs typeface="Open Sans"/>
              </a:rPr>
              <a:t>(Could)</a:t>
            </a:r>
            <a:endParaRPr lang="en-US" b="1">
              <a:latin typeface="Open Sans"/>
              <a:ea typeface="Open Sans"/>
              <a:cs typeface="Open Sans"/>
            </a:endParaRPr>
          </a:p>
          <a:p>
            <a:pPr marL="285750" indent="-285750">
              <a:lnSpc>
                <a:spcPct val="110000"/>
              </a:lnSpc>
              <a:spcBef>
                <a:spcPts val="1000"/>
              </a:spcBef>
              <a:buFont typeface="Arial"/>
              <a:buChar char="•"/>
            </a:pPr>
            <a:r>
              <a:rPr lang="en-GB">
                <a:solidFill>
                  <a:srgbClr val="FFFFFF"/>
                </a:solidFill>
                <a:latin typeface="Open Sans"/>
                <a:ea typeface="Open Sans"/>
                <a:cs typeface="Open Sans"/>
              </a:rPr>
              <a:t>Light and dark mode</a:t>
            </a:r>
            <a:r>
              <a:rPr lang="en-GB" b="1">
                <a:solidFill>
                  <a:srgbClr val="FFFFFF"/>
                </a:solidFill>
                <a:latin typeface="Open Sans"/>
                <a:ea typeface="Open Sans"/>
                <a:cs typeface="Open Sans"/>
              </a:rPr>
              <a:t> (Could)</a:t>
            </a:r>
            <a:endParaRPr lang="en-US" b="1">
              <a:latin typeface="Open Sans"/>
              <a:ea typeface="Open Sans"/>
              <a:cs typeface="Open Sans"/>
            </a:endParaRPr>
          </a:p>
          <a:p>
            <a:pPr marL="285750" indent="-285750">
              <a:lnSpc>
                <a:spcPct val="110000"/>
              </a:lnSpc>
              <a:spcBef>
                <a:spcPts val="1000"/>
              </a:spcBef>
              <a:buFont typeface="Arial"/>
              <a:buChar char="•"/>
            </a:pPr>
            <a:r>
              <a:rPr lang="en-GB">
                <a:solidFill>
                  <a:srgbClr val="FFFFFF"/>
                </a:solidFill>
                <a:latin typeface="Open Sans"/>
                <a:ea typeface="Open Sans"/>
                <a:cs typeface="Open Sans"/>
              </a:rPr>
              <a:t>Be able to accommodate multiple languages </a:t>
            </a:r>
            <a:r>
              <a:rPr lang="en-GB" b="1">
                <a:solidFill>
                  <a:srgbClr val="FFFFFF"/>
                </a:solidFill>
                <a:latin typeface="Open Sans"/>
                <a:ea typeface="Open Sans"/>
                <a:cs typeface="Open Sans"/>
              </a:rPr>
              <a:t>(Could)</a:t>
            </a:r>
            <a:endParaRPr lang="en-US" b="1">
              <a:latin typeface="Open Sans"/>
              <a:ea typeface="Open Sans"/>
              <a:cs typeface="Open Sans"/>
            </a:endParaRPr>
          </a:p>
          <a:p>
            <a:pPr marL="285750" indent="-285750">
              <a:lnSpc>
                <a:spcPct val="110000"/>
              </a:lnSpc>
              <a:spcBef>
                <a:spcPts val="1000"/>
              </a:spcBef>
              <a:buFont typeface="Arial"/>
              <a:buChar char="•"/>
            </a:pPr>
            <a:r>
              <a:rPr lang="en-GB">
                <a:solidFill>
                  <a:srgbClr val="FFFFFF"/>
                </a:solidFill>
                <a:latin typeface="Open Sans"/>
                <a:ea typeface="Open Sans"/>
                <a:cs typeface="Open Sans"/>
              </a:rPr>
              <a:t>Log-in system</a:t>
            </a:r>
            <a:r>
              <a:rPr lang="en-GB" b="1">
                <a:solidFill>
                  <a:srgbClr val="FFFFFF"/>
                </a:solidFill>
                <a:latin typeface="Open Sans"/>
                <a:ea typeface="Open Sans"/>
                <a:cs typeface="Open Sans"/>
              </a:rPr>
              <a:t> (Won't)</a:t>
            </a:r>
            <a:endParaRPr lang="en-US" b="1">
              <a:latin typeface="Open Sans"/>
              <a:ea typeface="Open Sans"/>
              <a:cs typeface="Open Sans"/>
            </a:endParaRPr>
          </a:p>
          <a:p>
            <a:pPr marL="285750" indent="-285750">
              <a:lnSpc>
                <a:spcPct val="110000"/>
              </a:lnSpc>
              <a:spcBef>
                <a:spcPts val="1000"/>
              </a:spcBef>
              <a:buFont typeface="Arial"/>
              <a:buChar char="•"/>
            </a:pPr>
            <a:r>
              <a:rPr lang="en-GB">
                <a:solidFill>
                  <a:srgbClr val="FFFFFF"/>
                </a:solidFill>
                <a:latin typeface="Open Sans"/>
                <a:ea typeface="Open Sans"/>
                <a:cs typeface="Open Sans"/>
              </a:rPr>
              <a:t>Real-time radar </a:t>
            </a:r>
            <a:r>
              <a:rPr lang="en-GB" b="1">
                <a:solidFill>
                  <a:srgbClr val="FFFFFF"/>
                </a:solidFill>
                <a:latin typeface="Open Sans"/>
                <a:ea typeface="Open Sans"/>
                <a:cs typeface="Open Sans"/>
              </a:rPr>
              <a:t>(Won't)</a:t>
            </a:r>
            <a:endParaRPr lang="en-US" b="1">
              <a:latin typeface="Open Sans"/>
              <a:ea typeface="Open Sans"/>
              <a:cs typeface="Open Sans"/>
            </a:endParaRPr>
          </a:p>
          <a:p>
            <a:pPr marL="285750" indent="-285750">
              <a:lnSpc>
                <a:spcPct val="110000"/>
              </a:lnSpc>
              <a:spcBef>
                <a:spcPts val="1000"/>
              </a:spcBef>
              <a:buFont typeface="Arial"/>
              <a:buChar char="•"/>
            </a:pPr>
            <a:r>
              <a:rPr lang="en-GB">
                <a:solidFill>
                  <a:srgbClr val="FFFFFF"/>
                </a:solidFill>
                <a:latin typeface="Open Sans"/>
                <a:ea typeface="Open Sans"/>
                <a:cs typeface="Open Sans"/>
              </a:rPr>
              <a:t>Allow the user to customise what metrics they want </a:t>
            </a:r>
            <a:r>
              <a:rPr lang="en-GB" b="1">
                <a:solidFill>
                  <a:srgbClr val="FFFFFF"/>
                </a:solidFill>
                <a:latin typeface="Open Sans"/>
                <a:ea typeface="Open Sans"/>
                <a:cs typeface="Open Sans"/>
              </a:rPr>
              <a:t>(Won't)</a:t>
            </a:r>
            <a:endParaRPr lang="en-GB" b="1"/>
          </a:p>
        </p:txBody>
      </p:sp>
    </p:spTree>
    <p:extLst>
      <p:ext uri="{BB962C8B-B14F-4D97-AF65-F5344CB8AC3E}">
        <p14:creationId xmlns:p14="http://schemas.microsoft.com/office/powerpoint/2010/main" val="663325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7C260-5878-4930-F483-98E7F38D8C62}"/>
              </a:ext>
            </a:extLst>
          </p:cNvPr>
          <p:cNvSpPr>
            <a:spLocks noGrp="1"/>
          </p:cNvSpPr>
          <p:nvPr>
            <p:ph type="title"/>
          </p:nvPr>
        </p:nvSpPr>
        <p:spPr/>
        <p:txBody>
          <a:bodyPr/>
          <a:lstStyle/>
          <a:p>
            <a:r>
              <a:rPr lang="en-GB">
                <a:cs typeface="Posterama"/>
              </a:rPr>
              <a:t>Stakeholders:</a:t>
            </a:r>
            <a:endParaRPr lang="en-GB"/>
          </a:p>
        </p:txBody>
      </p:sp>
      <p:sp>
        <p:nvSpPr>
          <p:cNvPr id="3" name="Content Placeholder 2">
            <a:extLst>
              <a:ext uri="{FF2B5EF4-FFF2-40B4-BE49-F238E27FC236}">
                <a16:creationId xmlns:a16="http://schemas.microsoft.com/office/drawing/2014/main" id="{4A324A31-B376-B222-A354-5C8DAFA7FFB2}"/>
              </a:ext>
            </a:extLst>
          </p:cNvPr>
          <p:cNvSpPr>
            <a:spLocks noGrp="1"/>
          </p:cNvSpPr>
          <p:nvPr>
            <p:ph idx="1"/>
          </p:nvPr>
        </p:nvSpPr>
        <p:spPr>
          <a:xfrm>
            <a:off x="457200" y="1887076"/>
            <a:ext cx="3840352" cy="4289887"/>
          </a:xfrm>
        </p:spPr>
        <p:txBody>
          <a:bodyPr vert="horz" lIns="91440" tIns="45720" rIns="91440" bIns="45720" rtlCol="0" anchor="t">
            <a:normAutofit/>
          </a:bodyPr>
          <a:lstStyle/>
          <a:p>
            <a:pPr>
              <a:buClr>
                <a:prstClr val="white"/>
              </a:buClr>
            </a:pPr>
            <a:r>
              <a:rPr lang="en-GB" sz="2400">
                <a:latin typeface="Open Sans"/>
                <a:ea typeface="Open Sans"/>
                <a:cs typeface="Open Sans"/>
              </a:rPr>
              <a:t>Users (Local community, businesses, farmers</a:t>
            </a:r>
            <a:endParaRPr lang="en-GB"/>
          </a:p>
          <a:p>
            <a:pPr>
              <a:buClr>
                <a:srgbClr val="FFFFFF"/>
              </a:buClr>
            </a:pPr>
            <a:r>
              <a:rPr lang="en-GB" sz="2400">
                <a:latin typeface="Open Sans"/>
                <a:ea typeface="Open Sans"/>
                <a:cs typeface="Open Sans"/>
              </a:rPr>
              <a:t>Developers</a:t>
            </a:r>
          </a:p>
          <a:p>
            <a:pPr>
              <a:buClr>
                <a:srgbClr val="FFFFFF"/>
              </a:buClr>
            </a:pPr>
            <a:r>
              <a:rPr lang="en-GB" sz="2400">
                <a:ea typeface="+mn-lt"/>
                <a:cs typeface="+mn-lt"/>
              </a:rPr>
              <a:t>Open-Meteo Weather API</a:t>
            </a:r>
          </a:p>
          <a:p>
            <a:pPr>
              <a:buClr>
                <a:srgbClr val="FFFFFF"/>
              </a:buClr>
            </a:pPr>
            <a:endParaRPr lang="en-GB" sz="2400">
              <a:latin typeface="Open Sans"/>
              <a:ea typeface="Open Sans"/>
              <a:cs typeface="Open Sans"/>
            </a:endParaRPr>
          </a:p>
          <a:p>
            <a:pPr>
              <a:buClr>
                <a:srgbClr val="FFFFFF"/>
              </a:buClr>
            </a:pPr>
            <a:endParaRPr lang="en-GB" sz="2400">
              <a:latin typeface="Open Sans"/>
              <a:ea typeface="Open Sans"/>
              <a:cs typeface="Open Sans"/>
            </a:endParaRPr>
          </a:p>
          <a:p>
            <a:pPr>
              <a:buClr>
                <a:srgbClr val="FFFFFF"/>
              </a:buClr>
            </a:pPr>
            <a:endParaRPr lang="en-GB" sz="2400">
              <a:latin typeface="Open Sans"/>
              <a:ea typeface="Open Sans"/>
              <a:cs typeface="Open Sans"/>
            </a:endParaRPr>
          </a:p>
          <a:p>
            <a:pPr>
              <a:buClr>
                <a:srgbClr val="FFFFFF"/>
              </a:buClr>
            </a:pPr>
            <a:endParaRPr lang="en-GB"/>
          </a:p>
        </p:txBody>
      </p:sp>
      <p:graphicFrame>
        <p:nvGraphicFramePr>
          <p:cNvPr id="7" name="Table 6">
            <a:extLst>
              <a:ext uri="{FF2B5EF4-FFF2-40B4-BE49-F238E27FC236}">
                <a16:creationId xmlns:a16="http://schemas.microsoft.com/office/drawing/2014/main" id="{43680347-98B9-8CE0-A056-EB000A23F5A4}"/>
              </a:ext>
            </a:extLst>
          </p:cNvPr>
          <p:cNvGraphicFramePr>
            <a:graphicFrameLocks noGrp="1"/>
          </p:cNvGraphicFramePr>
          <p:nvPr>
            <p:extLst>
              <p:ext uri="{D42A27DB-BD31-4B8C-83A1-F6EECF244321}">
                <p14:modId xmlns:p14="http://schemas.microsoft.com/office/powerpoint/2010/main" val="1960236206"/>
              </p:ext>
            </p:extLst>
          </p:nvPr>
        </p:nvGraphicFramePr>
        <p:xfrm>
          <a:off x="4381346" y="2040568"/>
          <a:ext cx="7534275" cy="2752282"/>
        </p:xfrm>
        <a:graphic>
          <a:graphicData uri="http://schemas.openxmlformats.org/drawingml/2006/table">
            <a:tbl>
              <a:tblPr bandRow="1">
                <a:tableStyleId>{5C22544A-7EE6-4342-B048-85BDC9FD1C3A}</a:tableStyleId>
              </a:tblPr>
              <a:tblGrid>
                <a:gridCol w="1228725">
                  <a:extLst>
                    <a:ext uri="{9D8B030D-6E8A-4147-A177-3AD203B41FA5}">
                      <a16:colId xmlns:a16="http://schemas.microsoft.com/office/drawing/2014/main" val="38249159"/>
                    </a:ext>
                  </a:extLst>
                </a:gridCol>
                <a:gridCol w="6305550">
                  <a:extLst>
                    <a:ext uri="{9D8B030D-6E8A-4147-A177-3AD203B41FA5}">
                      <a16:colId xmlns:a16="http://schemas.microsoft.com/office/drawing/2014/main" val="385536356"/>
                    </a:ext>
                  </a:extLst>
                </a:gridCol>
              </a:tblGrid>
              <a:tr h="314325">
                <a:tc>
                  <a:txBody>
                    <a:bodyPr/>
                    <a:lstStyle/>
                    <a:p>
                      <a:pPr fontAlgn="base">
                        <a:lnSpc>
                          <a:spcPts val="2175"/>
                        </a:lnSpc>
                        <a:buNone/>
                      </a:pPr>
                      <a:r>
                        <a:rPr lang="en-GB" sz="1800">
                          <a:effectLst/>
                          <a:latin typeface="Avenir Next LT Pro" panose="020B0504020202020204" pitchFamily="34" charset="0"/>
                        </a:rPr>
                        <a:t>User</a:t>
                      </a:r>
                      <a:endParaRPr lang="en-GB">
                        <a:effectLst/>
                      </a:endParaRPr>
                    </a:p>
                  </a:txBody>
                  <a:tcPr>
                    <a:lnL w="9525" cap="flat" cmpd="sng" algn="ctr">
                      <a:solidFill>
                        <a:srgbClr val="8F99BB"/>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EEEFF3"/>
                    </a:solidFill>
                  </a:tcPr>
                </a:tc>
                <a:tc>
                  <a:txBody>
                    <a:bodyPr/>
                    <a:lstStyle/>
                    <a:p>
                      <a:pPr fontAlgn="base">
                        <a:lnSpc>
                          <a:spcPts val="2175"/>
                        </a:lnSpc>
                        <a:buNone/>
                      </a:pPr>
                      <a:r>
                        <a:rPr lang="en-GB" sz="1800">
                          <a:effectLst/>
                          <a:latin typeface="Avenir Next LT Pro" panose="020B0504020202020204" pitchFamily="34" charset="0"/>
                        </a:rPr>
                        <a:t>Farmer</a:t>
                      </a:r>
                      <a:endParaRPr lang="en-GB">
                        <a:effectLst/>
                      </a:endParaRPr>
                    </a:p>
                  </a:txBody>
                  <a:tcPr>
                    <a:lnL w="12700" cap="flat" cmpd="sng" algn="ctr">
                      <a:solidFill>
                        <a:srgbClr val="FFFFFF"/>
                      </a:solidFill>
                      <a:prstDash val="solid"/>
                      <a:round/>
                      <a:headEnd type="none" w="med" len="med"/>
                      <a:tailEnd type="none" w="med" len="med"/>
                    </a:lnL>
                    <a:lnR w="9525" cap="flat" cmpd="sng" algn="ctr">
                      <a:solidFill>
                        <a:srgbClr val="8F99BB"/>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EEEFF3"/>
                    </a:solidFill>
                  </a:tcPr>
                </a:tc>
                <a:extLst>
                  <a:ext uri="{0D108BD9-81ED-4DB2-BD59-A6C34878D82A}">
                    <a16:rowId xmlns:a16="http://schemas.microsoft.com/office/drawing/2014/main" val="3176799155"/>
                  </a:ext>
                </a:extLst>
              </a:tr>
              <a:tr h="314325">
                <a:tc>
                  <a:txBody>
                    <a:bodyPr/>
                    <a:lstStyle/>
                    <a:p>
                      <a:pPr fontAlgn="base">
                        <a:lnSpc>
                          <a:spcPts val="2175"/>
                        </a:lnSpc>
                        <a:buNone/>
                      </a:pPr>
                      <a:r>
                        <a:rPr lang="en-GB" sz="1800">
                          <a:effectLst/>
                          <a:latin typeface="Avenir Next LT Pro"/>
                        </a:rPr>
                        <a:t>Says</a:t>
                      </a:r>
                      <a:endParaRPr lang="en-GB">
                        <a:effectLst/>
                        <a:latin typeface="Avenir Next LT Pro"/>
                      </a:endParaRPr>
                    </a:p>
                  </a:txBody>
                  <a:tcPr>
                    <a:lnL w="9525" cap="flat" cmpd="sng" algn="ctr">
                      <a:solidFill>
                        <a:srgbClr val="8F99BB"/>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FFFFFF"/>
                    </a:solidFill>
                  </a:tcPr>
                </a:tc>
                <a:tc>
                  <a:txBody>
                    <a:bodyPr/>
                    <a:lstStyle/>
                    <a:p>
                      <a:pPr fontAlgn="base">
                        <a:lnSpc>
                          <a:spcPts val="2175"/>
                        </a:lnSpc>
                        <a:buNone/>
                      </a:pPr>
                      <a:r>
                        <a:rPr lang="en-GB" sz="1800">
                          <a:effectLst/>
                          <a:latin typeface="Avenir Next LT Pro" panose="020B0504020202020204" pitchFamily="34" charset="0"/>
                        </a:rPr>
                        <a:t>I wonder if it's going to rain later</a:t>
                      </a:r>
                      <a:endParaRPr lang="en-GB">
                        <a:effectLst/>
                      </a:endParaRPr>
                    </a:p>
                  </a:txBody>
                  <a:tcPr>
                    <a:lnL w="12700" cap="flat" cmpd="sng" algn="ctr">
                      <a:solidFill>
                        <a:srgbClr val="FFFFFF"/>
                      </a:solidFill>
                      <a:prstDash val="solid"/>
                      <a:round/>
                      <a:headEnd type="none" w="med" len="med"/>
                      <a:tailEnd type="none" w="med" len="med"/>
                    </a:lnL>
                    <a:lnR w="9525" cap="flat" cmpd="sng" algn="ctr">
                      <a:solidFill>
                        <a:srgbClr val="8F99BB"/>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FFFFFF"/>
                    </a:solidFill>
                  </a:tcPr>
                </a:tc>
                <a:extLst>
                  <a:ext uri="{0D108BD9-81ED-4DB2-BD59-A6C34878D82A}">
                    <a16:rowId xmlns:a16="http://schemas.microsoft.com/office/drawing/2014/main" val="3054285185"/>
                  </a:ext>
                </a:extLst>
              </a:tr>
              <a:tr h="828675">
                <a:tc>
                  <a:txBody>
                    <a:bodyPr/>
                    <a:lstStyle/>
                    <a:p>
                      <a:pPr fontAlgn="base">
                        <a:lnSpc>
                          <a:spcPts val="2175"/>
                        </a:lnSpc>
                        <a:buNone/>
                      </a:pPr>
                      <a:r>
                        <a:rPr lang="en-GB" sz="1800">
                          <a:effectLst/>
                          <a:latin typeface="Avenir Next LT Pro" panose="020B0504020202020204" pitchFamily="34" charset="0"/>
                        </a:rPr>
                        <a:t>Thinks</a:t>
                      </a:r>
                      <a:endParaRPr lang="en-GB">
                        <a:effectLst/>
                      </a:endParaRPr>
                    </a:p>
                  </a:txBody>
                  <a:tcPr>
                    <a:lnL w="9525" cap="flat" cmpd="sng" algn="ctr">
                      <a:solidFill>
                        <a:srgbClr val="8F99BB"/>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EEEFF3"/>
                    </a:solidFill>
                  </a:tcPr>
                </a:tc>
                <a:tc>
                  <a:txBody>
                    <a:bodyPr/>
                    <a:lstStyle/>
                    <a:p>
                      <a:pPr fontAlgn="base">
                        <a:lnSpc>
                          <a:spcPts val="2400"/>
                        </a:lnSpc>
                        <a:buNone/>
                      </a:pPr>
                      <a:r>
                        <a:rPr lang="en-GB" sz="1800">
                          <a:effectLst/>
                          <a:latin typeface="Avenir Next LT Pro" panose="020B0504020202020204" pitchFamily="34" charset="0"/>
                        </a:rPr>
                        <a:t>I would be able to make better decisions with a weather app that doesn't rely on constant internet access.</a:t>
                      </a:r>
                      <a:endParaRPr lang="en-GB">
                        <a:effectLst/>
                      </a:endParaRPr>
                    </a:p>
                  </a:txBody>
                  <a:tcPr>
                    <a:lnL w="12700" cap="flat" cmpd="sng" algn="ctr">
                      <a:solidFill>
                        <a:srgbClr val="FFFFFF"/>
                      </a:solidFill>
                      <a:prstDash val="solid"/>
                      <a:round/>
                      <a:headEnd type="none" w="med" len="med"/>
                      <a:tailEnd type="none" w="med" len="med"/>
                    </a:lnL>
                    <a:lnR w="9525" cap="flat" cmpd="sng" algn="ctr">
                      <a:solidFill>
                        <a:srgbClr val="8F99BB"/>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EEEFF3"/>
                    </a:solidFill>
                  </a:tcPr>
                </a:tc>
                <a:extLst>
                  <a:ext uri="{0D108BD9-81ED-4DB2-BD59-A6C34878D82A}">
                    <a16:rowId xmlns:a16="http://schemas.microsoft.com/office/drawing/2014/main" val="1275551811"/>
                  </a:ext>
                </a:extLst>
              </a:tr>
              <a:tr h="571500">
                <a:tc>
                  <a:txBody>
                    <a:bodyPr/>
                    <a:lstStyle/>
                    <a:p>
                      <a:pPr fontAlgn="base">
                        <a:lnSpc>
                          <a:spcPts val="2175"/>
                        </a:lnSpc>
                        <a:buNone/>
                      </a:pPr>
                      <a:r>
                        <a:rPr lang="en-GB" sz="1800">
                          <a:effectLst/>
                          <a:latin typeface="Avenir Next LT Pro" panose="020B0504020202020204" pitchFamily="34" charset="0"/>
                        </a:rPr>
                        <a:t>Does</a:t>
                      </a:r>
                      <a:endParaRPr lang="en-GB">
                        <a:effectLst/>
                      </a:endParaRPr>
                    </a:p>
                  </a:txBody>
                  <a:tcPr>
                    <a:lnL w="9525" cap="flat" cmpd="sng" algn="ctr">
                      <a:solidFill>
                        <a:srgbClr val="8F99BB"/>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FFFFFF"/>
                    </a:solidFill>
                  </a:tcPr>
                </a:tc>
                <a:tc>
                  <a:txBody>
                    <a:bodyPr/>
                    <a:lstStyle/>
                    <a:p>
                      <a:pPr fontAlgn="base">
                        <a:lnSpc>
                          <a:spcPts val="2400"/>
                        </a:lnSpc>
                        <a:buNone/>
                      </a:pPr>
                      <a:r>
                        <a:rPr lang="en-GB" sz="1800">
                          <a:effectLst/>
                          <a:latin typeface="Avenir Next LT Pro" panose="020B0504020202020204" pitchFamily="34" charset="0"/>
                        </a:rPr>
                        <a:t>Make decisions based on the weather.</a:t>
                      </a:r>
                      <a:endParaRPr lang="en-GB">
                        <a:effectLst/>
                      </a:endParaRPr>
                    </a:p>
                  </a:txBody>
                  <a:tcPr>
                    <a:lnL w="12700" cap="flat" cmpd="sng" algn="ctr">
                      <a:solidFill>
                        <a:srgbClr val="FFFFFF"/>
                      </a:solidFill>
                      <a:prstDash val="solid"/>
                      <a:round/>
                      <a:headEnd type="none" w="med" len="med"/>
                      <a:tailEnd type="none" w="med" len="med"/>
                    </a:lnL>
                    <a:lnR w="9525" cap="flat" cmpd="sng" algn="ctr">
                      <a:solidFill>
                        <a:srgbClr val="8F99BB"/>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FFFFFF"/>
                    </a:solidFill>
                  </a:tcPr>
                </a:tc>
                <a:extLst>
                  <a:ext uri="{0D108BD9-81ED-4DB2-BD59-A6C34878D82A}">
                    <a16:rowId xmlns:a16="http://schemas.microsoft.com/office/drawing/2014/main" val="2557249296"/>
                  </a:ext>
                </a:extLst>
              </a:tr>
              <a:tr h="552450">
                <a:tc>
                  <a:txBody>
                    <a:bodyPr/>
                    <a:lstStyle/>
                    <a:p>
                      <a:pPr fontAlgn="base">
                        <a:lnSpc>
                          <a:spcPts val="2175"/>
                        </a:lnSpc>
                        <a:buNone/>
                      </a:pPr>
                      <a:r>
                        <a:rPr lang="en-GB" sz="1800">
                          <a:effectLst/>
                          <a:latin typeface="Avenir Next LT Pro" panose="020B0504020202020204" pitchFamily="34" charset="0"/>
                        </a:rPr>
                        <a:t>Feels</a:t>
                      </a:r>
                      <a:endParaRPr lang="en-GB">
                        <a:effectLst/>
                      </a:endParaRPr>
                    </a:p>
                  </a:txBody>
                  <a:tcPr>
                    <a:lnL w="9525" cap="flat" cmpd="sng" algn="ctr">
                      <a:solidFill>
                        <a:srgbClr val="8F99BB"/>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EEEFF3"/>
                    </a:solidFill>
                  </a:tcPr>
                </a:tc>
                <a:tc>
                  <a:txBody>
                    <a:bodyPr/>
                    <a:lstStyle/>
                    <a:p>
                      <a:pPr fontAlgn="base">
                        <a:lnSpc>
                          <a:spcPts val="2175"/>
                        </a:lnSpc>
                        <a:buNone/>
                      </a:pPr>
                      <a:r>
                        <a:rPr lang="en-GB" sz="1800">
                          <a:effectLst/>
                          <a:latin typeface="Avenir Next LT Pro" panose="020B0504020202020204" pitchFamily="34" charset="0"/>
                        </a:rPr>
                        <a:t>Frustrated when the internet is down and he needs to look at the weather</a:t>
                      </a:r>
                      <a:endParaRPr lang="en-GB">
                        <a:effectLst/>
                      </a:endParaRPr>
                    </a:p>
                  </a:txBody>
                  <a:tcPr>
                    <a:lnL w="12700" cap="flat" cmpd="sng" algn="ctr">
                      <a:solidFill>
                        <a:srgbClr val="FFFFFF"/>
                      </a:solidFill>
                      <a:prstDash val="solid"/>
                      <a:round/>
                      <a:headEnd type="none" w="med" len="med"/>
                      <a:tailEnd type="none" w="med" len="med"/>
                    </a:lnL>
                    <a:lnR w="9525" cap="flat" cmpd="sng" algn="ctr">
                      <a:solidFill>
                        <a:srgbClr val="8F99BB"/>
                      </a:solidFill>
                      <a:prstDash val="solid"/>
                      <a:round/>
                      <a:headEnd type="none" w="med" len="med"/>
                      <a:tailEnd type="none" w="med" len="med"/>
                    </a:lnR>
                    <a:lnT w="9525" cap="flat" cmpd="sng" algn="ctr">
                      <a:solidFill>
                        <a:srgbClr val="8F99BB"/>
                      </a:solidFill>
                      <a:prstDash val="solid"/>
                      <a:round/>
                      <a:headEnd type="none" w="med" len="med"/>
                      <a:tailEnd type="none" w="med" len="med"/>
                    </a:lnT>
                    <a:lnB w="9525" cap="flat" cmpd="sng" algn="ctr">
                      <a:solidFill>
                        <a:srgbClr val="8F99BB"/>
                      </a:solidFill>
                      <a:prstDash val="solid"/>
                      <a:round/>
                      <a:headEnd type="none" w="med" len="med"/>
                      <a:tailEnd type="none" w="med" len="med"/>
                    </a:lnB>
                    <a:solidFill>
                      <a:srgbClr val="EEEFF3"/>
                    </a:solidFill>
                  </a:tcPr>
                </a:tc>
                <a:extLst>
                  <a:ext uri="{0D108BD9-81ED-4DB2-BD59-A6C34878D82A}">
                    <a16:rowId xmlns:a16="http://schemas.microsoft.com/office/drawing/2014/main" val="1453550625"/>
                  </a:ext>
                </a:extLst>
              </a:tr>
            </a:tbl>
          </a:graphicData>
        </a:graphic>
      </p:graphicFrame>
      <p:sp>
        <p:nvSpPr>
          <p:cNvPr id="8" name="TextBox 7">
            <a:extLst>
              <a:ext uri="{FF2B5EF4-FFF2-40B4-BE49-F238E27FC236}">
                <a16:creationId xmlns:a16="http://schemas.microsoft.com/office/drawing/2014/main" id="{20D13503-437B-76E8-FED0-997397D5462F}"/>
              </a:ext>
            </a:extLst>
          </p:cNvPr>
          <p:cNvSpPr txBox="1"/>
          <p:nvPr/>
        </p:nvSpPr>
        <p:spPr>
          <a:xfrm>
            <a:off x="4375355" y="1524000"/>
            <a:ext cx="704235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1"/>
                </a:solidFill>
              </a:rPr>
              <a:t>Empathy Map:</a:t>
            </a:r>
          </a:p>
        </p:txBody>
      </p:sp>
    </p:spTree>
    <p:extLst>
      <p:ext uri="{BB962C8B-B14F-4D97-AF65-F5344CB8AC3E}">
        <p14:creationId xmlns:p14="http://schemas.microsoft.com/office/powerpoint/2010/main" val="2065704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 name="Rectangle 155">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58" name="Group 157">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9" name="Straight Connector 158">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89" name="Freeform: Shape 188">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91" name="Freeform: Shape 190">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93" name="Rectangle 192">
            <a:extLst>
              <a:ext uri="{FF2B5EF4-FFF2-40B4-BE49-F238E27FC236}">
                <a16:creationId xmlns:a16="http://schemas.microsoft.com/office/drawing/2014/main" id="{1628D677-E857-4BF5-B3FB-25C771F5BA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5" name="Group 194">
            <a:extLst>
              <a:ext uri="{FF2B5EF4-FFF2-40B4-BE49-F238E27FC236}">
                <a16:creationId xmlns:a16="http://schemas.microsoft.com/office/drawing/2014/main" id="{BCEF1EB5-A111-4BA4-9BCC-27B3B0C57B50}"/>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6" name="Straight Connector 195">
              <a:extLst>
                <a:ext uri="{FF2B5EF4-FFF2-40B4-BE49-F238E27FC236}">
                  <a16:creationId xmlns:a16="http://schemas.microsoft.com/office/drawing/2014/main" id="{F5E80B8A-977C-4C71-B6FC-7C0C3E6E1D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50ABAF2A-D42F-4B2D-B4CF-AFDACF9043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F866ACA5-97DE-4A0A-BD44-A951B682E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EC291560-00A5-4FF5-84AA-937BAF1EF4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9FEF0DC8-456C-4C69-8579-84379D80CF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1ABF7994-42A4-4E6B-B9E3-13A16DC0D9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A0FDEC70-D695-48AE-A027-D479087EE6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88DE3998-4152-4168-95E4-1EAD7F79E2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F02CDCE9-08C5-447B-8FFF-A1902323F7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A5DB86E7-B504-430F-BFA7-EBC61BEC37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AD5FDC56-E13A-4C7D-A602-9D39955541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FB091E5-E350-4287-BFAE-48205A32A8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B20969A8-4DEB-4E19-A8F2-4A7F140154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4F1EA483-764C-4EF9-B7A3-882C7DDE18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2F5F9D6E-699A-4360-9730-E2C65C1F4A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22D73A30-D74A-4177-9489-C201EB72B8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1BAD378-70AB-4C53-8FB6-9E37810B92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BF1E0702-FD3E-4935-A4F0-27BF788D07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44AAE06B-5588-4EA0-8B73-12E94A48A8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D8D9B261-9E3D-41A8-8939-3C5B98A29F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13B466BC-377F-46E2-AC43-8893EFDE54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BBAE60BE-DBC8-40C9-A6D6-D5E9E71C8E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D127C28A-1083-460C-8322-46AD6A9641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318BF843-7022-404F-B728-5BC10FBB67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9B052DD9-BF2B-43C7-952A-D5FE0432DF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9452FE4-F93C-4A5E-B723-012AC4CE79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4360E047-34D6-4014-AE14-6E82475DB9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A6282AC0-AE46-454A-8B23-5C07DBA4FA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75526549-A8B7-434B-960B-11A5EDC92C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26" name="Freeform: Shape 225">
            <a:extLst>
              <a:ext uri="{FF2B5EF4-FFF2-40B4-BE49-F238E27FC236}">
                <a16:creationId xmlns:a16="http://schemas.microsoft.com/office/drawing/2014/main" id="{C75C48E2-CDB9-4069-8964-960238272D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28" name="Group 227">
            <a:extLst>
              <a:ext uri="{FF2B5EF4-FFF2-40B4-BE49-F238E27FC236}">
                <a16:creationId xmlns:a16="http://schemas.microsoft.com/office/drawing/2014/main" id="{DC199DE0-77A6-474F-BED3-3725A17AA19B}"/>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29" name="Straight Connector 228">
              <a:extLst>
                <a:ext uri="{FF2B5EF4-FFF2-40B4-BE49-F238E27FC236}">
                  <a16:creationId xmlns:a16="http://schemas.microsoft.com/office/drawing/2014/main" id="{7255A890-FC31-4351-9ACE-5DD3CA46D2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5E1378A-A79C-4568-865D-0D7B3AD83C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1AB12DBC-5F7C-4AB1-B227-E20C6CABF0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0D3E1181-9D12-495B-BE71-C5784FB723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0A8C9A1-A349-4D35-96E9-04D1343910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BE096D4C-D2D3-435E-9572-10F62B3183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DAB9BEB3-4C81-4DAB-9287-0EFEE8BB27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62EA5343-255E-4828-9109-F523E35C6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4E11D57-A01A-427E-9275-9CB3B5645F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4C1A7606-EB9D-4E6E-A7E5-9E6F61603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797600C0-19D2-4D28-9C97-577D603CAA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161C0495-E0EA-40D4-89B1-60B4F3CDBF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CDCB3F12-C8FC-4507-B48D-9F71E07847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BCAEE24A-5B32-4791-A745-C54E00D859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B59E15CD-1268-4492-8400-E483AD4D41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8E3D9089-7157-4A37-A56B-811B31551F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50FAE4DF-42CF-4CE9-B0AA-8E3BEFD32A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71A339B6-BDDC-4279-B1B0-4E1D908FAF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E67B740E-FB86-4CD9-AFF0-A57E3CA2D1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0BF21D4-EC38-4E06-80E2-FE77344EBD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089659B1-49C2-4B23-B59B-7552BB8592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6DB4DF5E-22E4-462A-918C-BE99CDC868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2A710CB0-6939-4FF3-B30C-674595DAA7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3307EE4F-993B-4E3C-8791-88E83AF802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550EFB7E-EAF2-440F-A03B-624F0751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28B1CEE-57C4-419E-A802-69C7C0431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3A34811E-5B18-403E-B92F-3F94E2BADE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7A21F78-8407-48DD-8DAF-9B8FEA8CCD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E12484EE-AACC-443D-8079-25E06B5030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59" name="Rectangle 258">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ight Triangle 262">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13168" y="-261877"/>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Freeform: Shape 264">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2" y="4554328"/>
            <a:ext cx="12178450"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67" name="Group 266">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68" name="Straight Connector 267">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69" name="Straight Connector 268">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0" name="Straight Connector 269">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1" name="Straight Connector 270">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2" name="Straight Connector 271">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3" name="Straight Connector 272">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4" name="Straight Connector 273">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5" name="Straight Connector 274">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6" name="Straight Connector 275">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7" name="Straight Connector 276">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8" name="Straight Connector 277">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9" name="Straight Connector 278">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0" name="Straight Connector 279">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1" name="Straight Connector 280">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2" name="Straight Connector 281">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3" name="Straight Connector 282">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4" name="Straight Connector 283">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5" name="Straight Connector 284">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6" name="Straight Connector 285">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7" name="Straight Connector 286">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8" name="Straight Connector 287">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9" name="Straight Connector 288">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90" name="Straight Connector 289">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91" name="Straight Connector 290">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92" name="Straight Connector 291">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93" name="Straight Connector 292">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94" name="Straight Connector 293">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95" name="Straight Connector 294">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96" name="Straight Connector 295">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a:extLst>
              <a:ext uri="{FF2B5EF4-FFF2-40B4-BE49-F238E27FC236}">
                <a16:creationId xmlns:a16="http://schemas.microsoft.com/office/drawing/2014/main" id="{E665CE41-3DFD-0C30-6157-0E425E2C1F15}"/>
              </a:ext>
            </a:extLst>
          </p:cNvPr>
          <p:cNvSpPr>
            <a:spLocks noGrp="1"/>
          </p:cNvSpPr>
          <p:nvPr>
            <p:ph type="title"/>
          </p:nvPr>
        </p:nvSpPr>
        <p:spPr>
          <a:xfrm>
            <a:off x="453141" y="168276"/>
            <a:ext cx="11347577" cy="2232200"/>
          </a:xfrm>
        </p:spPr>
        <p:txBody>
          <a:bodyPr vert="horz" lIns="91440" tIns="45720" rIns="91440" bIns="45720" rtlCol="0" anchor="b">
            <a:normAutofit/>
          </a:bodyPr>
          <a:lstStyle/>
          <a:p>
            <a:pPr algn="ctr"/>
            <a:r>
              <a:rPr lang="en-US" sz="5400"/>
              <a:t>Personas</a:t>
            </a:r>
          </a:p>
        </p:txBody>
      </p:sp>
      <p:pic>
        <p:nvPicPr>
          <p:cNvPr id="5" name="Picture 4" descr="Picture">
            <a:extLst>
              <a:ext uri="{FF2B5EF4-FFF2-40B4-BE49-F238E27FC236}">
                <a16:creationId xmlns:a16="http://schemas.microsoft.com/office/drawing/2014/main" id="{25093670-7F76-F68F-9AC4-7724D41F62C0}"/>
              </a:ext>
            </a:extLst>
          </p:cNvPr>
          <p:cNvPicPr>
            <a:picLocks noChangeAspect="1"/>
          </p:cNvPicPr>
          <p:nvPr/>
        </p:nvPicPr>
        <p:blipFill>
          <a:blip r:embed="rId2"/>
          <a:stretch>
            <a:fillRect/>
          </a:stretch>
        </p:blipFill>
        <p:spPr>
          <a:xfrm>
            <a:off x="414252" y="3430844"/>
            <a:ext cx="3422492" cy="2817364"/>
          </a:xfrm>
          <a:prstGeom prst="rect">
            <a:avLst/>
          </a:prstGeom>
        </p:spPr>
      </p:pic>
      <p:pic>
        <p:nvPicPr>
          <p:cNvPr id="6" name="Picture 5" descr="Picture">
            <a:extLst>
              <a:ext uri="{FF2B5EF4-FFF2-40B4-BE49-F238E27FC236}">
                <a16:creationId xmlns:a16="http://schemas.microsoft.com/office/drawing/2014/main" id="{A6DBEEA5-A7E5-2B80-DFED-CBC04E2FE47C}"/>
              </a:ext>
            </a:extLst>
          </p:cNvPr>
          <p:cNvPicPr>
            <a:picLocks noChangeAspect="1"/>
          </p:cNvPicPr>
          <p:nvPr/>
        </p:nvPicPr>
        <p:blipFill>
          <a:blip r:embed="rId3"/>
          <a:stretch>
            <a:fillRect/>
          </a:stretch>
        </p:blipFill>
        <p:spPr>
          <a:xfrm>
            <a:off x="4459115" y="3430844"/>
            <a:ext cx="3334402" cy="2817364"/>
          </a:xfrm>
          <a:prstGeom prst="rect">
            <a:avLst/>
          </a:prstGeom>
        </p:spPr>
      </p:pic>
      <p:pic>
        <p:nvPicPr>
          <p:cNvPr id="4" name="Content Placeholder 3" descr="Picture">
            <a:extLst>
              <a:ext uri="{FF2B5EF4-FFF2-40B4-BE49-F238E27FC236}">
                <a16:creationId xmlns:a16="http://schemas.microsoft.com/office/drawing/2014/main" id="{785F2A7B-6B39-FFDB-7EAE-EBFE953EC730}"/>
              </a:ext>
            </a:extLst>
          </p:cNvPr>
          <p:cNvPicPr>
            <a:picLocks noGrp="1" noChangeAspect="1"/>
          </p:cNvPicPr>
          <p:nvPr>
            <p:ph idx="1"/>
          </p:nvPr>
        </p:nvPicPr>
        <p:blipFill>
          <a:blip r:embed="rId4"/>
          <a:stretch>
            <a:fillRect/>
          </a:stretch>
        </p:blipFill>
        <p:spPr>
          <a:xfrm>
            <a:off x="8428165" y="3430844"/>
            <a:ext cx="3549834" cy="2817364"/>
          </a:xfrm>
          <a:prstGeom prst="rect">
            <a:avLst/>
          </a:prstGeom>
        </p:spPr>
      </p:pic>
    </p:spTree>
    <p:extLst>
      <p:ext uri="{BB962C8B-B14F-4D97-AF65-F5344CB8AC3E}">
        <p14:creationId xmlns:p14="http://schemas.microsoft.com/office/powerpoint/2010/main" val="2806972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52816C4-2471-43EF-BF87-722CBC3A9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F5CC3D12-B8AA-47C0-987C-85A8C8E82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2086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ysClr val="windowText" lastClr="000000"/>
                </a:solidFill>
              </a:ln>
              <a:solidFill>
                <a:schemeClr val="bg1"/>
              </a:solidFill>
            </a:endParaRPr>
          </a:p>
        </p:txBody>
      </p:sp>
      <p:grpSp>
        <p:nvGrpSpPr>
          <p:cNvPr id="14" name="Group 13">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Right Triangle 44">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Document 8">
            <a:extLst>
              <a:ext uri="{FF2B5EF4-FFF2-40B4-BE49-F238E27FC236}">
                <a16:creationId xmlns:a16="http://schemas.microsoft.com/office/drawing/2014/main" id="{334F573F-FF6A-4EB8-9C66-3D0CBF311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3" y="2285999"/>
            <a:ext cx="12217645" cy="4571997"/>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75C0BFD-F487-0DC8-CEAB-39478669FF6D}"/>
              </a:ext>
            </a:extLst>
          </p:cNvPr>
          <p:cNvSpPr>
            <a:spLocks noGrp="1"/>
          </p:cNvSpPr>
          <p:nvPr>
            <p:ph type="title"/>
          </p:nvPr>
        </p:nvSpPr>
        <p:spPr>
          <a:xfrm>
            <a:off x="457200" y="720773"/>
            <a:ext cx="10744186" cy="1676260"/>
          </a:xfrm>
        </p:spPr>
        <p:txBody>
          <a:bodyPr>
            <a:normAutofit/>
          </a:bodyPr>
          <a:lstStyle/>
          <a:p>
            <a:r>
              <a:rPr lang="en-GB">
                <a:cs typeface="Posterama"/>
              </a:rPr>
              <a:t>Use Case List</a:t>
            </a:r>
            <a:endParaRPr lang="en-GB"/>
          </a:p>
        </p:txBody>
      </p:sp>
      <p:graphicFrame>
        <p:nvGraphicFramePr>
          <p:cNvPr id="5" name="Content Placeholder 4">
            <a:extLst>
              <a:ext uri="{FF2B5EF4-FFF2-40B4-BE49-F238E27FC236}">
                <a16:creationId xmlns:a16="http://schemas.microsoft.com/office/drawing/2014/main" id="{29F55F47-1436-EC3F-9C3D-7BFE43E7C3A4}"/>
              </a:ext>
            </a:extLst>
          </p:cNvPr>
          <p:cNvGraphicFramePr>
            <a:graphicFrameLocks noGrp="1"/>
          </p:cNvGraphicFramePr>
          <p:nvPr>
            <p:ph idx="1"/>
            <p:extLst>
              <p:ext uri="{D42A27DB-BD31-4B8C-83A1-F6EECF244321}">
                <p14:modId xmlns:p14="http://schemas.microsoft.com/office/powerpoint/2010/main" val="3131343228"/>
              </p:ext>
            </p:extLst>
          </p:nvPr>
        </p:nvGraphicFramePr>
        <p:xfrm>
          <a:off x="1832658" y="2835797"/>
          <a:ext cx="8175883" cy="2930039"/>
        </p:xfrm>
        <a:graphic>
          <a:graphicData uri="http://schemas.openxmlformats.org/drawingml/2006/table">
            <a:tbl>
              <a:tblPr firstRow="1" bandRow="1">
                <a:tableStyleId>{1FECB4D8-DB02-4DC6-A0A2-4F2EBAE1DC90}</a:tableStyleId>
              </a:tblPr>
              <a:tblGrid>
                <a:gridCol w="890023">
                  <a:extLst>
                    <a:ext uri="{9D8B030D-6E8A-4147-A177-3AD203B41FA5}">
                      <a16:colId xmlns:a16="http://schemas.microsoft.com/office/drawing/2014/main" val="2614133071"/>
                    </a:ext>
                  </a:extLst>
                </a:gridCol>
                <a:gridCol w="3500057">
                  <a:extLst>
                    <a:ext uri="{9D8B030D-6E8A-4147-A177-3AD203B41FA5}">
                      <a16:colId xmlns:a16="http://schemas.microsoft.com/office/drawing/2014/main" val="627723003"/>
                    </a:ext>
                  </a:extLst>
                </a:gridCol>
                <a:gridCol w="1347002">
                  <a:extLst>
                    <a:ext uri="{9D8B030D-6E8A-4147-A177-3AD203B41FA5}">
                      <a16:colId xmlns:a16="http://schemas.microsoft.com/office/drawing/2014/main" val="4105032447"/>
                    </a:ext>
                  </a:extLst>
                </a:gridCol>
                <a:gridCol w="1509411">
                  <a:extLst>
                    <a:ext uri="{9D8B030D-6E8A-4147-A177-3AD203B41FA5}">
                      <a16:colId xmlns:a16="http://schemas.microsoft.com/office/drawing/2014/main" val="2385742326"/>
                    </a:ext>
                  </a:extLst>
                </a:gridCol>
                <a:gridCol w="929390">
                  <a:extLst>
                    <a:ext uri="{9D8B030D-6E8A-4147-A177-3AD203B41FA5}">
                      <a16:colId xmlns:a16="http://schemas.microsoft.com/office/drawing/2014/main" val="4262846258"/>
                    </a:ext>
                  </a:extLst>
                </a:gridCol>
              </a:tblGrid>
              <a:tr h="477436">
                <a:tc>
                  <a:txBody>
                    <a:bodyPr/>
                    <a:lstStyle/>
                    <a:p>
                      <a:pPr fontAlgn="t">
                        <a:buNone/>
                      </a:pPr>
                      <a:endParaRPr lang="en-GB" sz="1700">
                        <a:effectLst/>
                      </a:endParaRPr>
                    </a:p>
                    <a:p>
                      <a:pPr algn="l" rtl="0" fontAlgn="base">
                        <a:lnSpc>
                          <a:spcPts val="1425"/>
                        </a:lnSpc>
                        <a:buNone/>
                      </a:pPr>
                      <a:r>
                        <a:rPr lang="en-GB" sz="900" dirty="0">
                          <a:effectLst/>
                        </a:rPr>
                        <a:t>ID  </a:t>
                      </a:r>
                    </a:p>
                  </a:txBody>
                  <a:tcPr marL="47400" marR="47400" marT="32503" marB="32503"/>
                </a:tc>
                <a:tc>
                  <a:txBody>
                    <a:bodyPr/>
                    <a:lstStyle/>
                    <a:p>
                      <a:pPr fontAlgn="t">
                        <a:buNone/>
                      </a:pPr>
                      <a:endParaRPr lang="en-GB" sz="1700">
                        <a:effectLst/>
                      </a:endParaRPr>
                    </a:p>
                    <a:p>
                      <a:pPr algn="l" rtl="0" fontAlgn="base">
                        <a:lnSpc>
                          <a:spcPts val="1425"/>
                        </a:lnSpc>
                        <a:buNone/>
                      </a:pPr>
                      <a:r>
                        <a:rPr lang="en-GB" sz="900" dirty="0">
                          <a:effectLst/>
                        </a:rPr>
                        <a:t>  Use Case</a:t>
                      </a:r>
                    </a:p>
                  </a:txBody>
                  <a:tcPr marL="47400" marR="47400" marT="32503" marB="32503"/>
                </a:tc>
                <a:tc>
                  <a:txBody>
                    <a:bodyPr/>
                    <a:lstStyle/>
                    <a:p>
                      <a:pPr fontAlgn="t">
                        <a:buNone/>
                      </a:pPr>
                      <a:endParaRPr lang="en-GB" sz="1700">
                        <a:effectLst/>
                      </a:endParaRPr>
                    </a:p>
                    <a:p>
                      <a:pPr algn="l" rtl="0" fontAlgn="base">
                        <a:lnSpc>
                          <a:spcPts val="1425"/>
                        </a:lnSpc>
                        <a:buNone/>
                      </a:pPr>
                      <a:r>
                        <a:rPr lang="en-GB" sz="900" dirty="0">
                          <a:effectLst/>
                        </a:rPr>
                        <a:t>  Primary  </a:t>
                      </a:r>
                    </a:p>
                  </a:txBody>
                  <a:tcPr marL="47400" marR="47400" marT="32503" marB="32503"/>
                </a:tc>
                <a:tc>
                  <a:txBody>
                    <a:bodyPr/>
                    <a:lstStyle/>
                    <a:p>
                      <a:pPr fontAlgn="t">
                        <a:buNone/>
                      </a:pPr>
                      <a:endParaRPr lang="en-GB" sz="1700">
                        <a:effectLst/>
                      </a:endParaRPr>
                    </a:p>
                    <a:p>
                      <a:pPr algn="l" rtl="0" fontAlgn="base">
                        <a:lnSpc>
                          <a:spcPts val="1425"/>
                        </a:lnSpc>
                        <a:buNone/>
                      </a:pPr>
                      <a:r>
                        <a:rPr lang="en-GB" sz="900" dirty="0">
                          <a:effectLst/>
                        </a:rPr>
                        <a:t>  Complexity  </a:t>
                      </a:r>
                    </a:p>
                  </a:txBody>
                  <a:tcPr marL="47400" marR="47400" marT="32503" marB="32503"/>
                </a:tc>
                <a:tc>
                  <a:txBody>
                    <a:bodyPr/>
                    <a:lstStyle/>
                    <a:p>
                      <a:pPr fontAlgn="t">
                        <a:buNone/>
                      </a:pPr>
                      <a:endParaRPr lang="en-GB" sz="1700">
                        <a:effectLst/>
                      </a:endParaRPr>
                    </a:p>
                    <a:p>
                      <a:pPr algn="l" rtl="0" fontAlgn="base">
                        <a:lnSpc>
                          <a:spcPts val="1425"/>
                        </a:lnSpc>
                        <a:buNone/>
                      </a:pPr>
                      <a:r>
                        <a:rPr lang="en-GB" sz="900" dirty="0">
                          <a:effectLst/>
                        </a:rPr>
                        <a:t> Priority </a:t>
                      </a:r>
                    </a:p>
                  </a:txBody>
                  <a:tcPr marL="47400" marR="47400" marT="32503" marB="32503"/>
                </a:tc>
                <a:extLst>
                  <a:ext uri="{0D108BD9-81ED-4DB2-BD59-A6C34878D82A}">
                    <a16:rowId xmlns:a16="http://schemas.microsoft.com/office/drawing/2014/main" val="1436833955"/>
                  </a:ext>
                </a:extLst>
              </a:tr>
              <a:tr h="477436">
                <a:tc>
                  <a:txBody>
                    <a:bodyPr/>
                    <a:lstStyle/>
                    <a:p>
                      <a:pPr fontAlgn="t">
                        <a:buNone/>
                      </a:pPr>
                      <a:endParaRPr lang="en-GB" sz="1700">
                        <a:effectLst/>
                      </a:endParaRPr>
                    </a:p>
                    <a:p>
                      <a:pPr algn="l" rtl="0" fontAlgn="base">
                        <a:lnSpc>
                          <a:spcPts val="1350"/>
                        </a:lnSpc>
                        <a:buNone/>
                      </a:pPr>
                      <a:r>
                        <a:rPr lang="en-GB" sz="1000" dirty="0">
                          <a:effectLst/>
                        </a:rPr>
                        <a:t>1 </a:t>
                      </a:r>
                    </a:p>
                  </a:txBody>
                  <a:tcPr marL="47400" marR="47400" marT="32503" marB="32503"/>
                </a:tc>
                <a:tc>
                  <a:txBody>
                    <a:bodyPr/>
                    <a:lstStyle/>
                    <a:p>
                      <a:pPr algn="l" rtl="0" fontAlgn="base">
                        <a:lnSpc>
                          <a:spcPts val="1350"/>
                        </a:lnSpc>
                        <a:buNone/>
                      </a:pPr>
                      <a:r>
                        <a:rPr lang="en-GB" sz="1000" dirty="0">
                          <a:effectLst/>
                        </a:rPr>
                        <a:t>Download raw weather data </a:t>
                      </a:r>
                    </a:p>
                  </a:txBody>
                  <a:tcPr marL="47400" marR="47400" marT="32503" marB="32503"/>
                </a:tc>
                <a:tc>
                  <a:txBody>
                    <a:bodyPr/>
                    <a:lstStyle/>
                    <a:p>
                      <a:pPr algn="l" rtl="0" fontAlgn="base">
                        <a:lnSpc>
                          <a:spcPts val="1350"/>
                        </a:lnSpc>
                        <a:buNone/>
                      </a:pPr>
                      <a:r>
                        <a:rPr lang="en-GB" sz="1000" dirty="0">
                          <a:effectLst/>
                        </a:rPr>
                        <a:t>User </a:t>
                      </a:r>
                    </a:p>
                  </a:txBody>
                  <a:tcPr marL="47400" marR="47400" marT="32503" marB="32503"/>
                </a:tc>
                <a:tc>
                  <a:txBody>
                    <a:bodyPr/>
                    <a:lstStyle/>
                    <a:p>
                      <a:pPr algn="l" rtl="0" fontAlgn="base">
                        <a:lnSpc>
                          <a:spcPts val="1350"/>
                        </a:lnSpc>
                        <a:buNone/>
                      </a:pPr>
                      <a:r>
                        <a:rPr lang="en-GB" sz="1000" dirty="0">
                          <a:effectLst/>
                        </a:rPr>
                        <a:t>High </a:t>
                      </a:r>
                    </a:p>
                  </a:txBody>
                  <a:tcPr marL="47400" marR="47400" marT="32503" marB="32503"/>
                </a:tc>
                <a:tc>
                  <a:txBody>
                    <a:bodyPr/>
                    <a:lstStyle/>
                    <a:p>
                      <a:pPr algn="l" rtl="0" fontAlgn="base">
                        <a:lnSpc>
                          <a:spcPts val="1350"/>
                        </a:lnSpc>
                        <a:buNone/>
                      </a:pPr>
                      <a:r>
                        <a:rPr lang="en-GB" sz="1000" dirty="0">
                          <a:effectLst/>
                        </a:rPr>
                        <a:t>1</a:t>
                      </a:r>
                    </a:p>
                  </a:txBody>
                  <a:tcPr marL="47400" marR="47400" marT="32503" marB="32503"/>
                </a:tc>
                <a:extLst>
                  <a:ext uri="{0D108BD9-81ED-4DB2-BD59-A6C34878D82A}">
                    <a16:rowId xmlns:a16="http://schemas.microsoft.com/office/drawing/2014/main" val="175088028"/>
                  </a:ext>
                </a:extLst>
              </a:tr>
              <a:tr h="477436">
                <a:tc>
                  <a:txBody>
                    <a:bodyPr/>
                    <a:lstStyle/>
                    <a:p>
                      <a:pPr fontAlgn="t">
                        <a:buNone/>
                      </a:pPr>
                      <a:endParaRPr lang="en-GB" sz="1700">
                        <a:effectLst/>
                      </a:endParaRPr>
                    </a:p>
                    <a:p>
                      <a:pPr algn="l" rtl="0" fontAlgn="base">
                        <a:lnSpc>
                          <a:spcPts val="1350"/>
                        </a:lnSpc>
                        <a:buNone/>
                      </a:pPr>
                      <a:r>
                        <a:rPr lang="en-GB" sz="1000" dirty="0">
                          <a:effectLst/>
                        </a:rPr>
                        <a:t>2 </a:t>
                      </a:r>
                    </a:p>
                  </a:txBody>
                  <a:tcPr marL="47400" marR="47400" marT="32503" marB="32503"/>
                </a:tc>
                <a:tc>
                  <a:txBody>
                    <a:bodyPr/>
                    <a:lstStyle/>
                    <a:p>
                      <a:pPr algn="l" rtl="0" fontAlgn="base">
                        <a:lnSpc>
                          <a:spcPts val="1350"/>
                        </a:lnSpc>
                        <a:buNone/>
                      </a:pPr>
                      <a:r>
                        <a:rPr lang="en-GB" sz="1000" dirty="0">
                          <a:effectLst/>
                        </a:rPr>
                        <a:t>Input current location </a:t>
                      </a:r>
                    </a:p>
                  </a:txBody>
                  <a:tcPr marL="47400" marR="47400" marT="32503" marB="32503"/>
                </a:tc>
                <a:tc>
                  <a:txBody>
                    <a:bodyPr/>
                    <a:lstStyle/>
                    <a:p>
                      <a:pPr algn="l" rtl="0" fontAlgn="base">
                        <a:lnSpc>
                          <a:spcPts val="1350"/>
                        </a:lnSpc>
                        <a:buNone/>
                      </a:pPr>
                      <a:r>
                        <a:rPr lang="en-GB" sz="1000" dirty="0">
                          <a:effectLst/>
                        </a:rPr>
                        <a:t>User </a:t>
                      </a:r>
                    </a:p>
                  </a:txBody>
                  <a:tcPr marL="47400" marR="47400" marT="32503" marB="32503"/>
                </a:tc>
                <a:tc>
                  <a:txBody>
                    <a:bodyPr/>
                    <a:lstStyle/>
                    <a:p>
                      <a:pPr algn="l" rtl="0" fontAlgn="base">
                        <a:lnSpc>
                          <a:spcPts val="1350"/>
                        </a:lnSpc>
                        <a:buNone/>
                      </a:pPr>
                      <a:r>
                        <a:rPr lang="en-GB" sz="1000" dirty="0">
                          <a:effectLst/>
                        </a:rPr>
                        <a:t>Medium </a:t>
                      </a:r>
                    </a:p>
                  </a:txBody>
                  <a:tcPr marL="47400" marR="47400" marT="32503" marB="32503"/>
                </a:tc>
                <a:tc>
                  <a:txBody>
                    <a:bodyPr/>
                    <a:lstStyle/>
                    <a:p>
                      <a:pPr algn="l" rtl="0" fontAlgn="base">
                        <a:lnSpc>
                          <a:spcPts val="1350"/>
                        </a:lnSpc>
                        <a:buNone/>
                      </a:pPr>
                      <a:r>
                        <a:rPr lang="en-GB" sz="1000" dirty="0">
                          <a:effectLst/>
                        </a:rPr>
                        <a:t>4</a:t>
                      </a:r>
                    </a:p>
                  </a:txBody>
                  <a:tcPr marL="47400" marR="47400" marT="32503" marB="32503"/>
                </a:tc>
                <a:extLst>
                  <a:ext uri="{0D108BD9-81ED-4DB2-BD59-A6C34878D82A}">
                    <a16:rowId xmlns:a16="http://schemas.microsoft.com/office/drawing/2014/main" val="2008761788"/>
                  </a:ext>
                </a:extLst>
              </a:tr>
              <a:tr h="477436">
                <a:tc>
                  <a:txBody>
                    <a:bodyPr/>
                    <a:lstStyle/>
                    <a:p>
                      <a:pPr fontAlgn="t">
                        <a:buNone/>
                      </a:pPr>
                      <a:endParaRPr lang="en-GB" sz="1700">
                        <a:effectLst/>
                      </a:endParaRPr>
                    </a:p>
                    <a:p>
                      <a:pPr algn="l" rtl="0" fontAlgn="base">
                        <a:lnSpc>
                          <a:spcPts val="1350"/>
                        </a:lnSpc>
                        <a:buNone/>
                      </a:pPr>
                      <a:r>
                        <a:rPr lang="en-GB" sz="1000">
                          <a:effectLst/>
                        </a:rPr>
                        <a:t>3</a:t>
                      </a:r>
                    </a:p>
                  </a:txBody>
                  <a:tcPr marL="47400" marR="47400" marT="32503" marB="32503"/>
                </a:tc>
                <a:tc>
                  <a:txBody>
                    <a:bodyPr/>
                    <a:lstStyle/>
                    <a:p>
                      <a:pPr algn="l" rtl="0" fontAlgn="base">
                        <a:lnSpc>
                          <a:spcPts val="1350"/>
                        </a:lnSpc>
                        <a:buNone/>
                      </a:pPr>
                      <a:r>
                        <a:rPr lang="en-GB" sz="1000" dirty="0">
                          <a:effectLst/>
                        </a:rPr>
                        <a:t>upload data </a:t>
                      </a:r>
                    </a:p>
                  </a:txBody>
                  <a:tcPr marL="47400" marR="47400" marT="32503" marB="32503"/>
                </a:tc>
                <a:tc>
                  <a:txBody>
                    <a:bodyPr/>
                    <a:lstStyle/>
                    <a:p>
                      <a:pPr algn="l" rtl="0" fontAlgn="base">
                        <a:lnSpc>
                          <a:spcPts val="1350"/>
                        </a:lnSpc>
                        <a:buNone/>
                      </a:pPr>
                      <a:r>
                        <a:rPr lang="en-GB" sz="1000" dirty="0">
                          <a:effectLst/>
                        </a:rPr>
                        <a:t>User </a:t>
                      </a:r>
                    </a:p>
                  </a:txBody>
                  <a:tcPr marL="47400" marR="47400" marT="32503" marB="32503"/>
                </a:tc>
                <a:tc>
                  <a:txBody>
                    <a:bodyPr/>
                    <a:lstStyle/>
                    <a:p>
                      <a:pPr algn="l" rtl="0" fontAlgn="base">
                        <a:lnSpc>
                          <a:spcPts val="1350"/>
                        </a:lnSpc>
                        <a:buNone/>
                      </a:pPr>
                      <a:r>
                        <a:rPr lang="en-GB" sz="1000" dirty="0">
                          <a:effectLst/>
                        </a:rPr>
                        <a:t>Medium </a:t>
                      </a:r>
                    </a:p>
                  </a:txBody>
                  <a:tcPr marL="47400" marR="47400" marT="32503" marB="32503"/>
                </a:tc>
                <a:tc>
                  <a:txBody>
                    <a:bodyPr/>
                    <a:lstStyle/>
                    <a:p>
                      <a:pPr algn="l" rtl="0" fontAlgn="base">
                        <a:lnSpc>
                          <a:spcPts val="1350"/>
                        </a:lnSpc>
                        <a:buNone/>
                      </a:pPr>
                      <a:r>
                        <a:rPr lang="en-GB" sz="1000" dirty="0">
                          <a:effectLst/>
                        </a:rPr>
                        <a:t>1 </a:t>
                      </a:r>
                    </a:p>
                  </a:txBody>
                  <a:tcPr marL="47400" marR="47400" marT="32503" marB="32503"/>
                </a:tc>
                <a:extLst>
                  <a:ext uri="{0D108BD9-81ED-4DB2-BD59-A6C34878D82A}">
                    <a16:rowId xmlns:a16="http://schemas.microsoft.com/office/drawing/2014/main" val="913288685"/>
                  </a:ext>
                </a:extLst>
              </a:tr>
              <a:tr h="477436">
                <a:tc>
                  <a:txBody>
                    <a:bodyPr/>
                    <a:lstStyle/>
                    <a:p>
                      <a:pPr fontAlgn="t">
                        <a:buNone/>
                      </a:pPr>
                      <a:endParaRPr lang="en-GB" sz="1700">
                        <a:effectLst/>
                      </a:endParaRPr>
                    </a:p>
                    <a:p>
                      <a:pPr algn="l" rtl="0" fontAlgn="base">
                        <a:lnSpc>
                          <a:spcPts val="1350"/>
                        </a:lnSpc>
                        <a:buNone/>
                      </a:pPr>
                      <a:r>
                        <a:rPr lang="en-GB" sz="1000">
                          <a:effectLst/>
                        </a:rPr>
                        <a:t>4</a:t>
                      </a:r>
                      <a:endParaRPr lang="en-GB" sz="1000" dirty="0">
                        <a:effectLst/>
                      </a:endParaRPr>
                    </a:p>
                  </a:txBody>
                  <a:tcPr marL="47400" marR="47400" marT="32503" marB="32503"/>
                </a:tc>
                <a:tc>
                  <a:txBody>
                    <a:bodyPr/>
                    <a:lstStyle/>
                    <a:p>
                      <a:pPr algn="l" rtl="0" fontAlgn="base">
                        <a:lnSpc>
                          <a:spcPts val="1350"/>
                        </a:lnSpc>
                        <a:buNone/>
                      </a:pPr>
                      <a:r>
                        <a:rPr lang="en-GB" sz="1000" dirty="0">
                          <a:effectLst/>
                        </a:rPr>
                        <a:t>Switch between light and dark mode </a:t>
                      </a:r>
                    </a:p>
                  </a:txBody>
                  <a:tcPr marL="47400" marR="47400" marT="32503" marB="32503"/>
                </a:tc>
                <a:tc>
                  <a:txBody>
                    <a:bodyPr/>
                    <a:lstStyle/>
                    <a:p>
                      <a:pPr algn="l" rtl="0" fontAlgn="base">
                        <a:lnSpc>
                          <a:spcPts val="1350"/>
                        </a:lnSpc>
                        <a:buNone/>
                      </a:pPr>
                      <a:r>
                        <a:rPr lang="en-GB" sz="1000" dirty="0">
                          <a:effectLst/>
                        </a:rPr>
                        <a:t>User </a:t>
                      </a:r>
                    </a:p>
                  </a:txBody>
                  <a:tcPr marL="47400" marR="47400" marT="32503" marB="32503"/>
                </a:tc>
                <a:tc>
                  <a:txBody>
                    <a:bodyPr/>
                    <a:lstStyle/>
                    <a:p>
                      <a:pPr algn="l" rtl="0" fontAlgn="base">
                        <a:lnSpc>
                          <a:spcPts val="1350"/>
                        </a:lnSpc>
                        <a:buNone/>
                      </a:pPr>
                      <a:r>
                        <a:rPr lang="en-GB" sz="1000" dirty="0">
                          <a:effectLst/>
                        </a:rPr>
                        <a:t>Low </a:t>
                      </a:r>
                    </a:p>
                  </a:txBody>
                  <a:tcPr marL="47400" marR="47400" marT="32503" marB="32503"/>
                </a:tc>
                <a:tc>
                  <a:txBody>
                    <a:bodyPr/>
                    <a:lstStyle/>
                    <a:p>
                      <a:pPr algn="l" rtl="0" fontAlgn="base">
                        <a:lnSpc>
                          <a:spcPts val="1350"/>
                        </a:lnSpc>
                        <a:buNone/>
                      </a:pPr>
                      <a:r>
                        <a:rPr lang="en-GB" sz="1000" dirty="0">
                          <a:effectLst/>
                        </a:rPr>
                        <a:t>5 </a:t>
                      </a:r>
                    </a:p>
                  </a:txBody>
                  <a:tcPr marL="47400" marR="47400" marT="32503" marB="32503"/>
                </a:tc>
                <a:extLst>
                  <a:ext uri="{0D108BD9-81ED-4DB2-BD59-A6C34878D82A}">
                    <a16:rowId xmlns:a16="http://schemas.microsoft.com/office/drawing/2014/main" val="693624912"/>
                  </a:ext>
                </a:extLst>
              </a:tr>
              <a:tr h="477436">
                <a:tc>
                  <a:txBody>
                    <a:bodyPr/>
                    <a:lstStyle/>
                    <a:p>
                      <a:pPr fontAlgn="t">
                        <a:buNone/>
                      </a:pPr>
                      <a:endParaRPr lang="en-GB" sz="1700">
                        <a:effectLst/>
                      </a:endParaRPr>
                    </a:p>
                    <a:p>
                      <a:pPr algn="l" rtl="0" fontAlgn="base">
                        <a:lnSpc>
                          <a:spcPts val="1350"/>
                        </a:lnSpc>
                        <a:buNone/>
                      </a:pPr>
                      <a:r>
                        <a:rPr lang="en-GB" sz="1000">
                          <a:effectLst/>
                        </a:rPr>
                        <a:t>5</a:t>
                      </a:r>
                      <a:endParaRPr lang="en-GB" sz="1000" dirty="0">
                        <a:effectLst/>
                      </a:endParaRPr>
                    </a:p>
                  </a:txBody>
                  <a:tcPr marL="47400" marR="47400" marT="32503" marB="32503"/>
                </a:tc>
                <a:tc>
                  <a:txBody>
                    <a:bodyPr/>
                    <a:lstStyle/>
                    <a:p>
                      <a:pPr algn="l" rtl="0" fontAlgn="base">
                        <a:lnSpc>
                          <a:spcPts val="1350"/>
                        </a:lnSpc>
                        <a:buNone/>
                      </a:pPr>
                      <a:r>
                        <a:rPr lang="en-GB" sz="1000" dirty="0">
                          <a:effectLst/>
                        </a:rPr>
                        <a:t>Switch between units  </a:t>
                      </a:r>
                    </a:p>
                  </a:txBody>
                  <a:tcPr marL="47400" marR="47400" marT="32503" marB="32503"/>
                </a:tc>
                <a:tc>
                  <a:txBody>
                    <a:bodyPr/>
                    <a:lstStyle/>
                    <a:p>
                      <a:pPr algn="l" rtl="0" fontAlgn="base">
                        <a:lnSpc>
                          <a:spcPts val="1350"/>
                        </a:lnSpc>
                        <a:buNone/>
                      </a:pPr>
                      <a:r>
                        <a:rPr lang="en-GB" sz="1000" dirty="0">
                          <a:effectLst/>
                        </a:rPr>
                        <a:t>User </a:t>
                      </a:r>
                    </a:p>
                  </a:txBody>
                  <a:tcPr marL="47400" marR="47400" marT="32503" marB="32503"/>
                </a:tc>
                <a:tc>
                  <a:txBody>
                    <a:bodyPr/>
                    <a:lstStyle/>
                    <a:p>
                      <a:pPr algn="l" rtl="0" fontAlgn="base">
                        <a:lnSpc>
                          <a:spcPts val="1350"/>
                        </a:lnSpc>
                        <a:buNone/>
                      </a:pPr>
                      <a:r>
                        <a:rPr lang="en-GB" sz="1000" dirty="0">
                          <a:effectLst/>
                        </a:rPr>
                        <a:t>Low </a:t>
                      </a:r>
                    </a:p>
                  </a:txBody>
                  <a:tcPr marL="47400" marR="47400" marT="32503" marB="32503"/>
                </a:tc>
                <a:tc>
                  <a:txBody>
                    <a:bodyPr/>
                    <a:lstStyle/>
                    <a:p>
                      <a:pPr algn="l" rtl="0" fontAlgn="base">
                        <a:lnSpc>
                          <a:spcPts val="1350"/>
                        </a:lnSpc>
                        <a:buNone/>
                      </a:pPr>
                      <a:r>
                        <a:rPr lang="en-GB" sz="1000" dirty="0">
                          <a:effectLst/>
                        </a:rPr>
                        <a:t>5 </a:t>
                      </a:r>
                    </a:p>
                  </a:txBody>
                  <a:tcPr marL="47400" marR="47400" marT="32503" marB="32503"/>
                </a:tc>
                <a:extLst>
                  <a:ext uri="{0D108BD9-81ED-4DB2-BD59-A6C34878D82A}">
                    <a16:rowId xmlns:a16="http://schemas.microsoft.com/office/drawing/2014/main" val="2338825186"/>
                  </a:ext>
                </a:extLst>
              </a:tr>
            </a:tbl>
          </a:graphicData>
        </a:graphic>
      </p:graphicFrame>
    </p:spTree>
    <p:extLst>
      <p:ext uri="{BB962C8B-B14F-4D97-AF65-F5344CB8AC3E}">
        <p14:creationId xmlns:p14="http://schemas.microsoft.com/office/powerpoint/2010/main" val="263978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7" name="Rectangle 346">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349" name="Group 348">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50" name="Straight Connector 349">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80" name="Freeform: Shape 379">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82" name="Freeform: Shape 381">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84" name="Rectangle 383">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386" name="Group 385">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87" name="Straight Connector 386">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7" name="Freeform: Shape 416">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419" name="Group 418">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20" name="Straight Connector 419">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450" name="Rectangle 449">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52" name="Rectangle 451">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54" name="Right Triangle 453">
            <a:extLst>
              <a:ext uri="{FF2B5EF4-FFF2-40B4-BE49-F238E27FC236}">
                <a16:creationId xmlns:a16="http://schemas.microsoft.com/office/drawing/2014/main" id="{94D786EB-944C-47D5-B631-899F4029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Flowchart: Document 455">
            <a:extLst>
              <a:ext uri="{FF2B5EF4-FFF2-40B4-BE49-F238E27FC236}">
                <a16:creationId xmlns:a16="http://schemas.microsoft.com/office/drawing/2014/main" id="{41FB6F01-9581-4ED4-833E-048E9F3C8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96105" y="1562107"/>
            <a:ext cx="6858000" cy="3733791"/>
          </a:xfrm>
          <a:prstGeom prst="flowChartDocument">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458" name="Group 457">
            <a:extLst>
              <a:ext uri="{FF2B5EF4-FFF2-40B4-BE49-F238E27FC236}">
                <a16:creationId xmlns:a16="http://schemas.microsoft.com/office/drawing/2014/main" id="{6A6D524A-6732-4B70-AC86-459F2F895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59" name="Straight Connector 458">
              <a:extLst>
                <a:ext uri="{FF2B5EF4-FFF2-40B4-BE49-F238E27FC236}">
                  <a16:creationId xmlns:a16="http://schemas.microsoft.com/office/drawing/2014/main" id="{0AE71854-2EC3-48B0-86C2-5A56374F1E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D0E21600-BA07-401E-AB6F-BDFA3CCC91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EE5FE7DD-5592-41D4-A08C-52D3B74505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72DC30A3-BEEE-4EFC-B941-23770DC969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8B022868-DA72-4369-8A32-965E184058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982F43AF-943E-47B4-9AA8-2F4427B1DE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9C3B454D-BBC8-4C85-B53D-06FED5A6C7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555B17B2-8134-44F9-996D-AC22EBC9F7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5C7275F9-9E71-479A-89BD-4524CD4CE0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1DA8A6F8-F926-4E22-9701-3D296469A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A44EF91D-CF7E-4612-A390-E456D8354F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3BAB70FF-0FFA-4B58-9ADD-11DDA504B0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97F46716-BC12-481C-A335-F5E9604963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FAE99F57-C0B0-4AB8-8FC9-6C66BE1C9E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9C78FA44-E331-4365-8905-F15F6888DD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1ABBAFF4-00AB-4DB6-A494-B7490369B0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FD0D23A1-3CC3-41C8-8616-CA60026BC0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23843DD9-C067-432D-9522-6F5725D50A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6728C99-72AD-4D56-8D93-89E5B24847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09646A8D-B482-44AE-905E-5A9127C456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id="{ED4CF747-BBD8-46C9-AB53-240E0AE81F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B354134A-529C-4039-8EA7-0AC3FEF862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085E0F47-E979-40F3-A829-E7D5459D3C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CCC2EA96-1106-4814-A975-DE54FA05F5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FDAE39CF-FBFA-4161-8ED5-7748778EA5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2986C1EE-8093-4D9D-9D09-DB55C97C6A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AB806EFF-4DDC-441A-A8BF-291C0A441F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D4FD2FD5-BAA2-4CD3-AFF4-599EEC59CC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93C7FF2F-40B6-406B-AE3E-95E8E28B58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2D1F4CC-A343-17D1-E797-7CB3B198D48D}"/>
              </a:ext>
            </a:extLst>
          </p:cNvPr>
          <p:cNvSpPr>
            <a:spLocks noGrp="1"/>
          </p:cNvSpPr>
          <p:nvPr>
            <p:ph type="title"/>
          </p:nvPr>
        </p:nvSpPr>
        <p:spPr>
          <a:xfrm>
            <a:off x="453142" y="2954226"/>
            <a:ext cx="5736014" cy="2232199"/>
          </a:xfrm>
        </p:spPr>
        <p:txBody>
          <a:bodyPr vert="horz" lIns="91440" tIns="45720" rIns="91440" bIns="45720" rtlCol="0" anchor="t">
            <a:normAutofit/>
          </a:bodyPr>
          <a:lstStyle/>
          <a:p>
            <a:r>
              <a:rPr lang="en-US" sz="5400"/>
              <a:t>Use case diagram </a:t>
            </a:r>
          </a:p>
        </p:txBody>
      </p:sp>
      <p:pic>
        <p:nvPicPr>
          <p:cNvPr id="5" name="Picture 4" descr="A diagram of a person with blue circles&#10;&#10;AI-generated content may be incorrect.">
            <a:extLst>
              <a:ext uri="{FF2B5EF4-FFF2-40B4-BE49-F238E27FC236}">
                <a16:creationId xmlns:a16="http://schemas.microsoft.com/office/drawing/2014/main" id="{2E6F564B-BE3E-B8AC-6BAC-2861EDC46732}"/>
              </a:ext>
            </a:extLst>
          </p:cNvPr>
          <p:cNvPicPr>
            <a:picLocks noChangeAspect="1"/>
          </p:cNvPicPr>
          <p:nvPr/>
        </p:nvPicPr>
        <p:blipFill>
          <a:blip r:embed="rId2"/>
          <a:stretch>
            <a:fillRect/>
          </a:stretch>
        </p:blipFill>
        <p:spPr>
          <a:xfrm>
            <a:off x="6770374" y="712839"/>
            <a:ext cx="4470719" cy="5432323"/>
          </a:xfrm>
          <a:prstGeom prst="rect">
            <a:avLst/>
          </a:prstGeom>
        </p:spPr>
      </p:pic>
    </p:spTree>
    <p:extLst>
      <p:ext uri="{BB962C8B-B14F-4D97-AF65-F5344CB8AC3E}">
        <p14:creationId xmlns:p14="http://schemas.microsoft.com/office/powerpoint/2010/main" val="2832290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9" name="Rectangle 16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1" name="Group 17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72" name="Straight Connector 17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02" name="Freeform: Shape 20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04" name="Freeform: Shape 20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06" name="Rectangle 20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08" name="Group 20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09" name="Straight Connector 20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39" name="Freeform: Shape 23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41" name="Group 24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42" name="Straight Connector 24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72" name="Rectangle 27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4" name="Rectangle 27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6" name="Right Triangle 275">
            <a:extLst>
              <a:ext uri="{FF2B5EF4-FFF2-40B4-BE49-F238E27FC236}">
                <a16:creationId xmlns:a16="http://schemas.microsoft.com/office/drawing/2014/main" id="{94D786EB-944C-47D5-B631-899F4029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Flowchart: Document 277">
            <a:extLst>
              <a:ext uri="{FF2B5EF4-FFF2-40B4-BE49-F238E27FC236}">
                <a16:creationId xmlns:a16="http://schemas.microsoft.com/office/drawing/2014/main" id="{41FB6F01-9581-4ED4-833E-048E9F3C8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96105" y="1562107"/>
            <a:ext cx="6858000" cy="3733791"/>
          </a:xfrm>
          <a:prstGeom prst="flowChartDocument">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80" name="Group 279">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81" name="Straight Connector 280">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7894A21-E1AD-30A4-1A07-63A7267EB66F}"/>
              </a:ext>
            </a:extLst>
          </p:cNvPr>
          <p:cNvSpPr>
            <a:spLocks noGrp="1"/>
          </p:cNvSpPr>
          <p:nvPr>
            <p:ph type="title"/>
          </p:nvPr>
        </p:nvSpPr>
        <p:spPr>
          <a:xfrm>
            <a:off x="453142" y="2954226"/>
            <a:ext cx="5414249" cy="2232199"/>
          </a:xfrm>
        </p:spPr>
        <p:txBody>
          <a:bodyPr vert="horz" lIns="91440" tIns="45720" rIns="91440" bIns="45720" rtlCol="0" anchor="t">
            <a:normAutofit/>
          </a:bodyPr>
          <a:lstStyle/>
          <a:p>
            <a:r>
              <a:rPr lang="en-US" sz="5000"/>
              <a:t>Textual Use Case Description</a:t>
            </a:r>
          </a:p>
        </p:txBody>
      </p:sp>
      <p:graphicFrame>
        <p:nvGraphicFramePr>
          <p:cNvPr id="7" name="Table 6">
            <a:extLst>
              <a:ext uri="{FF2B5EF4-FFF2-40B4-BE49-F238E27FC236}">
                <a16:creationId xmlns:a16="http://schemas.microsoft.com/office/drawing/2014/main" id="{6F30C35F-A9B2-386C-C5E3-D6643B3286AE}"/>
              </a:ext>
            </a:extLst>
          </p:cNvPr>
          <p:cNvGraphicFramePr>
            <a:graphicFrameLocks noGrp="1"/>
          </p:cNvGraphicFramePr>
          <p:nvPr>
            <p:extLst>
              <p:ext uri="{D42A27DB-BD31-4B8C-83A1-F6EECF244321}">
                <p14:modId xmlns:p14="http://schemas.microsoft.com/office/powerpoint/2010/main" val="93381123"/>
              </p:ext>
            </p:extLst>
          </p:nvPr>
        </p:nvGraphicFramePr>
        <p:xfrm>
          <a:off x="6709622" y="168275"/>
          <a:ext cx="4769387" cy="6076686"/>
        </p:xfrm>
        <a:graphic>
          <a:graphicData uri="http://schemas.openxmlformats.org/drawingml/2006/table">
            <a:tbl>
              <a:tblPr bandRow="1">
                <a:tableStyleId>{8EC20E35-A176-4012-BC5E-935CFFF8708E}</a:tableStyleId>
              </a:tblPr>
              <a:tblGrid>
                <a:gridCol w="2004019">
                  <a:extLst>
                    <a:ext uri="{9D8B030D-6E8A-4147-A177-3AD203B41FA5}">
                      <a16:colId xmlns:a16="http://schemas.microsoft.com/office/drawing/2014/main" val="695849635"/>
                    </a:ext>
                  </a:extLst>
                </a:gridCol>
                <a:gridCol w="2765368">
                  <a:extLst>
                    <a:ext uri="{9D8B030D-6E8A-4147-A177-3AD203B41FA5}">
                      <a16:colId xmlns:a16="http://schemas.microsoft.com/office/drawing/2014/main" val="2586439515"/>
                    </a:ext>
                  </a:extLst>
                </a:gridCol>
              </a:tblGrid>
              <a:tr h="276230">
                <a:tc>
                  <a:txBody>
                    <a:bodyPr/>
                    <a:lstStyle/>
                    <a:p>
                      <a:pPr algn="l" rtl="0" fontAlgn="base">
                        <a:lnSpc>
                          <a:spcPts val="1275"/>
                        </a:lnSpc>
                        <a:buNone/>
                      </a:pPr>
                      <a:r>
                        <a:rPr lang="en-GB" sz="1000" b="0">
                          <a:effectLst/>
                        </a:rPr>
                        <a:t>Name </a:t>
                      </a:r>
                      <a:endParaRPr lang="en-GB" sz="1700" b="0" i="0">
                        <a:effectLst/>
                      </a:endParaRPr>
                    </a:p>
                  </a:txBody>
                  <a:tcPr marL="55307" marR="55307" marT="44246" marB="44246"/>
                </a:tc>
                <a:tc>
                  <a:txBody>
                    <a:bodyPr/>
                    <a:lstStyle/>
                    <a:p>
                      <a:pPr algn="l" rtl="0" fontAlgn="base">
                        <a:lnSpc>
                          <a:spcPts val="1275"/>
                        </a:lnSpc>
                        <a:buNone/>
                      </a:pPr>
                      <a:r>
                        <a:rPr lang="en-GB" sz="1000" b="0">
                          <a:effectLst/>
                        </a:rPr>
                        <a:t>Download the data </a:t>
                      </a:r>
                      <a:endParaRPr lang="en-GB" sz="1700" b="0" i="0">
                        <a:effectLst/>
                      </a:endParaRPr>
                    </a:p>
                  </a:txBody>
                  <a:tcPr marL="55307" marR="55307" marT="44246" marB="44246"/>
                </a:tc>
                <a:extLst>
                  <a:ext uri="{0D108BD9-81ED-4DB2-BD59-A6C34878D82A}">
                    <a16:rowId xmlns:a16="http://schemas.microsoft.com/office/drawing/2014/main" val="2504795010"/>
                  </a:ext>
                </a:extLst>
              </a:tr>
              <a:tr h="436007">
                <a:tc>
                  <a:txBody>
                    <a:bodyPr/>
                    <a:lstStyle/>
                    <a:p>
                      <a:pPr algn="l" rtl="0" fontAlgn="base">
                        <a:lnSpc>
                          <a:spcPts val="1275"/>
                        </a:lnSpc>
                        <a:buNone/>
                      </a:pPr>
                      <a:r>
                        <a:rPr lang="en-GB" sz="1000" b="0">
                          <a:effectLst/>
                        </a:rPr>
                        <a:t>Goal </a:t>
                      </a:r>
                      <a:endParaRPr lang="en-GB" sz="1700" b="0" i="0">
                        <a:effectLst/>
                      </a:endParaRPr>
                    </a:p>
                  </a:txBody>
                  <a:tcPr marL="55307" marR="55307" marT="44246" marB="44246"/>
                </a:tc>
                <a:tc>
                  <a:txBody>
                    <a:bodyPr/>
                    <a:lstStyle/>
                    <a:p>
                      <a:pPr algn="l" rtl="0" fontAlgn="base">
                        <a:lnSpc>
                          <a:spcPts val="1275"/>
                        </a:lnSpc>
                        <a:buNone/>
                      </a:pPr>
                      <a:r>
                        <a:rPr lang="en-GB" sz="1000" b="0">
                          <a:effectLst/>
                        </a:rPr>
                        <a:t>Download one week’s worth of weather data </a:t>
                      </a:r>
                      <a:endParaRPr lang="en-GB" sz="1700" b="0" i="0">
                        <a:effectLst/>
                      </a:endParaRPr>
                    </a:p>
                  </a:txBody>
                  <a:tcPr marL="55307" marR="55307" marT="44246" marB="44246"/>
                </a:tc>
                <a:extLst>
                  <a:ext uri="{0D108BD9-81ED-4DB2-BD59-A6C34878D82A}">
                    <a16:rowId xmlns:a16="http://schemas.microsoft.com/office/drawing/2014/main" val="143337882"/>
                  </a:ext>
                </a:extLst>
              </a:tr>
              <a:tr h="755561">
                <a:tc>
                  <a:txBody>
                    <a:bodyPr/>
                    <a:lstStyle/>
                    <a:p>
                      <a:pPr algn="l" rtl="0" fontAlgn="base">
                        <a:lnSpc>
                          <a:spcPts val="1275"/>
                        </a:lnSpc>
                        <a:buNone/>
                      </a:pPr>
                      <a:r>
                        <a:rPr lang="en-GB" sz="1000" b="0">
                          <a:effectLst/>
                        </a:rPr>
                        <a:t>Summary </a:t>
                      </a:r>
                      <a:endParaRPr lang="en-GB" sz="1700" b="0" i="0">
                        <a:effectLst/>
                      </a:endParaRPr>
                    </a:p>
                  </a:txBody>
                  <a:tcPr marL="55307" marR="55307" marT="44246" marB="44246"/>
                </a:tc>
                <a:tc>
                  <a:txBody>
                    <a:bodyPr/>
                    <a:lstStyle/>
                    <a:p>
                      <a:pPr algn="l" rtl="0" fontAlgn="base">
                        <a:lnSpc>
                          <a:spcPts val="1275"/>
                        </a:lnSpc>
                        <a:buNone/>
                      </a:pPr>
                      <a:r>
                        <a:rPr lang="en-GB" sz="1000" b="0">
                          <a:effectLst/>
                        </a:rPr>
                        <a:t>The user should be able to download one week’s worth of weather data as a file so they are able to view the weather for the next week. </a:t>
                      </a:r>
                      <a:endParaRPr lang="en-GB" sz="1700" b="0" i="0">
                        <a:effectLst/>
                      </a:endParaRPr>
                    </a:p>
                  </a:txBody>
                  <a:tcPr marL="55307" marR="55307" marT="44246" marB="44246"/>
                </a:tc>
                <a:extLst>
                  <a:ext uri="{0D108BD9-81ED-4DB2-BD59-A6C34878D82A}">
                    <a16:rowId xmlns:a16="http://schemas.microsoft.com/office/drawing/2014/main" val="552227251"/>
                  </a:ext>
                </a:extLst>
              </a:tr>
              <a:tr h="276230">
                <a:tc>
                  <a:txBody>
                    <a:bodyPr/>
                    <a:lstStyle/>
                    <a:p>
                      <a:pPr algn="l" rtl="0" fontAlgn="base">
                        <a:lnSpc>
                          <a:spcPts val="1275"/>
                        </a:lnSpc>
                        <a:buNone/>
                      </a:pPr>
                      <a:r>
                        <a:rPr lang="en-GB" sz="1000" b="0">
                          <a:effectLst/>
                        </a:rPr>
                        <a:t>Actors </a:t>
                      </a:r>
                      <a:endParaRPr lang="en-GB" sz="1700" b="0" i="0">
                        <a:effectLst/>
                      </a:endParaRPr>
                    </a:p>
                  </a:txBody>
                  <a:tcPr marL="55307" marR="55307" marT="44246" marB="44246"/>
                </a:tc>
                <a:tc>
                  <a:txBody>
                    <a:bodyPr/>
                    <a:lstStyle/>
                    <a:p>
                      <a:pPr algn="l" rtl="0" fontAlgn="base">
                        <a:lnSpc>
                          <a:spcPts val="1275"/>
                        </a:lnSpc>
                        <a:buNone/>
                      </a:pPr>
                      <a:r>
                        <a:rPr lang="en-GB" sz="1000" b="0">
                          <a:effectLst/>
                        </a:rPr>
                        <a:t>User </a:t>
                      </a:r>
                      <a:endParaRPr lang="en-GB" sz="1700" b="0" i="0">
                        <a:effectLst/>
                      </a:endParaRPr>
                    </a:p>
                  </a:txBody>
                  <a:tcPr marL="55307" marR="55307" marT="44246" marB="44246"/>
                </a:tc>
                <a:extLst>
                  <a:ext uri="{0D108BD9-81ED-4DB2-BD59-A6C34878D82A}">
                    <a16:rowId xmlns:a16="http://schemas.microsoft.com/office/drawing/2014/main" val="1785937854"/>
                  </a:ext>
                </a:extLst>
              </a:tr>
              <a:tr h="436007">
                <a:tc>
                  <a:txBody>
                    <a:bodyPr/>
                    <a:lstStyle/>
                    <a:p>
                      <a:pPr algn="l" rtl="0" fontAlgn="base">
                        <a:lnSpc>
                          <a:spcPts val="1275"/>
                        </a:lnSpc>
                        <a:buNone/>
                      </a:pPr>
                      <a:r>
                        <a:rPr lang="en-GB" sz="1000" b="0">
                          <a:effectLst/>
                        </a:rPr>
                        <a:t>Stakeholders </a:t>
                      </a:r>
                      <a:endParaRPr lang="en-GB" sz="1700" b="0" i="0">
                        <a:effectLst/>
                      </a:endParaRPr>
                    </a:p>
                  </a:txBody>
                  <a:tcPr marL="55307" marR="55307" marT="44246" marB="44246"/>
                </a:tc>
                <a:tc>
                  <a:txBody>
                    <a:bodyPr/>
                    <a:lstStyle/>
                    <a:p>
                      <a:pPr algn="l" rtl="0" fontAlgn="base">
                        <a:lnSpc>
                          <a:spcPts val="1275"/>
                        </a:lnSpc>
                        <a:buNone/>
                      </a:pPr>
                      <a:r>
                        <a:rPr lang="en-GB" sz="1000" b="0">
                          <a:effectLst/>
                        </a:rPr>
                        <a:t>N/A </a:t>
                      </a:r>
                      <a:endParaRPr lang="en-GB" sz="1700" b="0" i="0">
                        <a:effectLst/>
                      </a:endParaRPr>
                    </a:p>
                  </a:txBody>
                  <a:tcPr marL="55307" marR="55307" marT="44246" marB="44246"/>
                </a:tc>
                <a:extLst>
                  <a:ext uri="{0D108BD9-81ED-4DB2-BD59-A6C34878D82A}">
                    <a16:rowId xmlns:a16="http://schemas.microsoft.com/office/drawing/2014/main" val="194267336"/>
                  </a:ext>
                </a:extLst>
              </a:tr>
              <a:tr h="436007">
                <a:tc>
                  <a:txBody>
                    <a:bodyPr/>
                    <a:lstStyle/>
                    <a:p>
                      <a:pPr algn="l" rtl="0" fontAlgn="base">
                        <a:lnSpc>
                          <a:spcPts val="1275"/>
                        </a:lnSpc>
                        <a:buNone/>
                      </a:pPr>
                      <a:r>
                        <a:rPr lang="en-GB" sz="1000" b="0">
                          <a:effectLst/>
                        </a:rPr>
                        <a:t>Preconditions </a:t>
                      </a:r>
                      <a:endParaRPr lang="en-GB" sz="1700" b="0" i="0">
                        <a:effectLst/>
                      </a:endParaRPr>
                    </a:p>
                  </a:txBody>
                  <a:tcPr marL="55307" marR="55307" marT="44246" marB="44246"/>
                </a:tc>
                <a:tc>
                  <a:txBody>
                    <a:bodyPr/>
                    <a:lstStyle/>
                    <a:p>
                      <a:pPr algn="l" rtl="0" fontAlgn="base">
                        <a:lnSpc>
                          <a:spcPts val="1275"/>
                        </a:lnSpc>
                        <a:buNone/>
                      </a:pPr>
                      <a:r>
                        <a:rPr lang="en-GB" sz="1000" b="0">
                          <a:effectLst/>
                        </a:rPr>
                        <a:t>Server must be running </a:t>
                      </a:r>
                      <a:endParaRPr lang="en-GB" sz="1700" b="0">
                        <a:effectLst/>
                      </a:endParaRPr>
                    </a:p>
                    <a:p>
                      <a:pPr algn="l" rtl="0" fontAlgn="base">
                        <a:lnSpc>
                          <a:spcPts val="1275"/>
                        </a:lnSpc>
                        <a:buNone/>
                      </a:pPr>
                      <a:r>
                        <a:rPr lang="en-GB" sz="1000" b="0" u="none" strike="noStrike">
                          <a:effectLst/>
                        </a:rPr>
                        <a:t>User must be connected to the internet</a:t>
                      </a:r>
                      <a:r>
                        <a:rPr lang="en-GB" sz="1000" b="0">
                          <a:effectLst/>
                        </a:rPr>
                        <a:t> </a:t>
                      </a:r>
                      <a:endParaRPr lang="en-GB" sz="1700" b="0" i="0">
                        <a:effectLst/>
                      </a:endParaRPr>
                    </a:p>
                  </a:txBody>
                  <a:tcPr marL="55307" marR="55307" marT="44246" marB="44246"/>
                </a:tc>
                <a:extLst>
                  <a:ext uri="{0D108BD9-81ED-4DB2-BD59-A6C34878D82A}">
                    <a16:rowId xmlns:a16="http://schemas.microsoft.com/office/drawing/2014/main" val="2134765066"/>
                  </a:ext>
                </a:extLst>
              </a:tr>
              <a:tr h="276230">
                <a:tc>
                  <a:txBody>
                    <a:bodyPr/>
                    <a:lstStyle/>
                    <a:p>
                      <a:pPr algn="l" rtl="0" fontAlgn="base">
                        <a:lnSpc>
                          <a:spcPts val="1275"/>
                        </a:lnSpc>
                        <a:buNone/>
                      </a:pPr>
                      <a:r>
                        <a:rPr lang="en-GB" sz="1000" b="0">
                          <a:effectLst/>
                        </a:rPr>
                        <a:t>Trigger </a:t>
                      </a:r>
                      <a:endParaRPr lang="en-GB" sz="1700" b="0" i="0">
                        <a:effectLst/>
                      </a:endParaRPr>
                    </a:p>
                  </a:txBody>
                  <a:tcPr marL="55307" marR="55307" marT="44246" marB="44246"/>
                </a:tc>
                <a:tc>
                  <a:txBody>
                    <a:bodyPr/>
                    <a:lstStyle/>
                    <a:p>
                      <a:pPr algn="l" rtl="0" fontAlgn="base">
                        <a:lnSpc>
                          <a:spcPts val="1275"/>
                        </a:lnSpc>
                        <a:buNone/>
                      </a:pPr>
                      <a:r>
                        <a:rPr lang="en-GB" sz="1000" b="0">
                          <a:effectLst/>
                        </a:rPr>
                        <a:t>User inputs location data </a:t>
                      </a:r>
                      <a:endParaRPr lang="en-GB" sz="1700" b="0" i="0">
                        <a:effectLst/>
                      </a:endParaRPr>
                    </a:p>
                  </a:txBody>
                  <a:tcPr marL="55307" marR="55307" marT="44246" marB="44246"/>
                </a:tc>
                <a:extLst>
                  <a:ext uri="{0D108BD9-81ED-4DB2-BD59-A6C34878D82A}">
                    <a16:rowId xmlns:a16="http://schemas.microsoft.com/office/drawing/2014/main" val="1872036216"/>
                  </a:ext>
                </a:extLst>
              </a:tr>
              <a:tr h="1395466">
                <a:tc>
                  <a:txBody>
                    <a:bodyPr/>
                    <a:lstStyle/>
                    <a:p>
                      <a:pPr algn="l" rtl="0" fontAlgn="base">
                        <a:lnSpc>
                          <a:spcPts val="1275"/>
                        </a:lnSpc>
                        <a:buNone/>
                      </a:pPr>
                      <a:r>
                        <a:rPr lang="en-GB" sz="1000" b="0">
                          <a:effectLst/>
                        </a:rPr>
                        <a:t>Happy Path </a:t>
                      </a:r>
                      <a:endParaRPr lang="en-GB" sz="1700" b="0" i="0">
                        <a:effectLst/>
                      </a:endParaRPr>
                    </a:p>
                  </a:txBody>
                  <a:tcPr marL="55307" marR="55307" marT="44246" marB="44246"/>
                </a:tc>
                <a:tc>
                  <a:txBody>
                    <a:bodyPr/>
                    <a:lstStyle/>
                    <a:p>
                      <a:pPr marL="342900" lvl="0" indent="-342900" algn="l" rtl="0" fontAlgn="base">
                        <a:lnSpc>
                          <a:spcPts val="1275"/>
                        </a:lnSpc>
                        <a:buFont typeface="+mj-lt"/>
                        <a:buAutoNum type="arabicPeriod"/>
                      </a:pPr>
                      <a:r>
                        <a:rPr lang="en-GB" sz="1000" b="0">
                          <a:effectLst/>
                        </a:rPr>
                        <a:t>User inputs location data </a:t>
                      </a:r>
                    </a:p>
                    <a:p>
                      <a:pPr marL="342900" lvl="0" indent="-342900" algn="l" rtl="0" fontAlgn="base">
                        <a:lnSpc>
                          <a:spcPts val="1275"/>
                        </a:lnSpc>
                        <a:buFont typeface="+mj-lt"/>
                        <a:buAutoNum type="arabicPeriod" startAt="2"/>
                      </a:pPr>
                      <a:r>
                        <a:rPr lang="en-GB" sz="1000" b="0">
                          <a:effectLst/>
                        </a:rPr>
                        <a:t>Server checks database for data on user’s input </a:t>
                      </a:r>
                    </a:p>
                    <a:p>
                      <a:pPr marL="342900" lvl="0" indent="-342900" algn="l" rtl="0" fontAlgn="base">
                        <a:lnSpc>
                          <a:spcPts val="1275"/>
                        </a:lnSpc>
                        <a:buFont typeface="+mj-lt"/>
                        <a:buAutoNum type="arabicPeriod" startAt="3"/>
                      </a:pPr>
                      <a:r>
                        <a:rPr lang="en-GB" sz="1000" b="0">
                          <a:effectLst/>
                        </a:rPr>
                        <a:t>Server sends weather data to the client </a:t>
                      </a:r>
                    </a:p>
                    <a:p>
                      <a:pPr marL="342900" lvl="0" indent="-342900" algn="l" rtl="0" fontAlgn="base">
                        <a:lnSpc>
                          <a:spcPts val="1275"/>
                        </a:lnSpc>
                        <a:buFont typeface="+mj-lt"/>
                        <a:buAutoNum type="arabicPeriod" startAt="4"/>
                      </a:pPr>
                      <a:r>
                        <a:rPr lang="en-GB" sz="1000" b="0">
                          <a:effectLst/>
                        </a:rPr>
                        <a:t>Client displays weather data </a:t>
                      </a:r>
                    </a:p>
                    <a:p>
                      <a:pPr marL="342900" lvl="0" indent="-342900" algn="l" rtl="0" fontAlgn="base">
                        <a:lnSpc>
                          <a:spcPts val="1275"/>
                        </a:lnSpc>
                        <a:buFont typeface="+mj-lt"/>
                        <a:buAutoNum type="arabicPeriod" startAt="5"/>
                      </a:pPr>
                      <a:r>
                        <a:rPr lang="en-GB" sz="1000" b="0">
                          <a:effectLst/>
                        </a:rPr>
                        <a:t>User presses button to download weather data </a:t>
                      </a:r>
                      <a:endParaRPr lang="en-GB" sz="1000" b="0" i="0">
                        <a:effectLst/>
                        <a:latin typeface="Open Sans" panose="020B0606030504020204" pitchFamily="34" charset="0"/>
                      </a:endParaRPr>
                    </a:p>
                  </a:txBody>
                  <a:tcPr marL="55307" marR="55307" marT="44246" marB="44246"/>
                </a:tc>
                <a:extLst>
                  <a:ext uri="{0D108BD9-81ED-4DB2-BD59-A6C34878D82A}">
                    <a16:rowId xmlns:a16="http://schemas.microsoft.com/office/drawing/2014/main" val="3992215791"/>
                  </a:ext>
                </a:extLst>
              </a:tr>
              <a:tr h="596582">
                <a:tc rowSpan="2">
                  <a:txBody>
                    <a:bodyPr/>
                    <a:lstStyle/>
                    <a:p>
                      <a:pPr algn="l" rtl="0" fontAlgn="base">
                        <a:lnSpc>
                          <a:spcPts val="1275"/>
                        </a:lnSpc>
                        <a:buNone/>
                      </a:pPr>
                      <a:r>
                        <a:rPr lang="en-GB" sz="1000" b="0">
                          <a:effectLst/>
                        </a:rPr>
                        <a:t>Unhappy path(s) </a:t>
                      </a:r>
                      <a:endParaRPr lang="en-GB" sz="1700" b="0" i="0">
                        <a:effectLst/>
                      </a:endParaRPr>
                    </a:p>
                  </a:txBody>
                  <a:tcPr marL="55307" marR="55307" marT="44246" marB="44246"/>
                </a:tc>
                <a:tc>
                  <a:txBody>
                    <a:bodyPr/>
                    <a:lstStyle/>
                    <a:p>
                      <a:pPr marL="342900" lvl="0" indent="-342900" algn="l" rtl="0" fontAlgn="base">
                        <a:lnSpc>
                          <a:spcPts val="1275"/>
                        </a:lnSpc>
                        <a:buFont typeface="+mj-lt"/>
                        <a:buAutoNum type="arabicPeriod"/>
                      </a:pPr>
                      <a:r>
                        <a:rPr lang="en-GB" sz="1000" b="0">
                          <a:effectLst/>
                        </a:rPr>
                        <a:t>User inputs location data </a:t>
                      </a:r>
                    </a:p>
                    <a:p>
                      <a:pPr marL="342900" lvl="0" indent="-342900" algn="l" rtl="0" fontAlgn="base">
                        <a:lnSpc>
                          <a:spcPts val="1275"/>
                        </a:lnSpc>
                        <a:buFont typeface="+mj-lt"/>
                        <a:buAutoNum type="arabicPeriod" startAt="2"/>
                      </a:pPr>
                      <a:r>
                        <a:rPr lang="en-GB" sz="1000" b="0">
                          <a:effectLst/>
                        </a:rPr>
                        <a:t>Server not responding </a:t>
                      </a:r>
                    </a:p>
                    <a:p>
                      <a:pPr marL="342900" lvl="0" indent="-342900" algn="l" rtl="0" fontAlgn="base">
                        <a:lnSpc>
                          <a:spcPts val="1275"/>
                        </a:lnSpc>
                        <a:buFont typeface="+mj-lt"/>
                        <a:buAutoNum type="arabicPeriod" startAt="3"/>
                      </a:pPr>
                      <a:r>
                        <a:rPr lang="en-GB" sz="1000" b="0">
                          <a:effectLst/>
                        </a:rPr>
                        <a:t>Error is shown on user’s screen </a:t>
                      </a:r>
                      <a:endParaRPr lang="en-GB" sz="1000" b="0" i="0">
                        <a:effectLst/>
                        <a:latin typeface="Open Sans" panose="020B0606030504020204" pitchFamily="34" charset="0"/>
                      </a:endParaRPr>
                    </a:p>
                  </a:txBody>
                  <a:tcPr marL="55307" marR="55307" marT="44246" marB="44246"/>
                </a:tc>
                <a:extLst>
                  <a:ext uri="{0D108BD9-81ED-4DB2-BD59-A6C34878D82A}">
                    <a16:rowId xmlns:a16="http://schemas.microsoft.com/office/drawing/2014/main" val="1755577509"/>
                  </a:ext>
                </a:extLst>
              </a:tr>
              <a:tr h="756359">
                <a:tc vMerge="1">
                  <a:txBody>
                    <a:bodyPr/>
                    <a:lstStyle/>
                    <a:p>
                      <a:endParaRPr lang="en-GB"/>
                    </a:p>
                  </a:txBody>
                  <a:tcPr/>
                </a:tc>
                <a:tc>
                  <a:txBody>
                    <a:bodyPr/>
                    <a:lstStyle/>
                    <a:p>
                      <a:pPr marL="342900" lvl="0" indent="-342900" algn="l" rtl="0" fontAlgn="base">
                        <a:lnSpc>
                          <a:spcPts val="1275"/>
                        </a:lnSpc>
                        <a:buFont typeface="+mj-lt"/>
                        <a:buAutoNum type="arabicPeriod"/>
                      </a:pPr>
                      <a:r>
                        <a:rPr lang="en-GB" sz="1000" b="0">
                          <a:effectLst/>
                        </a:rPr>
                        <a:t>User inputs location data </a:t>
                      </a:r>
                    </a:p>
                    <a:p>
                      <a:pPr marL="342900" lvl="0" indent="-342900" algn="l" rtl="0" fontAlgn="base">
                        <a:lnSpc>
                          <a:spcPts val="1275"/>
                        </a:lnSpc>
                        <a:buFont typeface="+mj-lt"/>
                        <a:buAutoNum type="arabicPeriod" startAt="2"/>
                      </a:pPr>
                      <a:r>
                        <a:rPr lang="en-GB" sz="1000" b="0">
                          <a:effectLst/>
                        </a:rPr>
                        <a:t>Server requests data from database </a:t>
                      </a:r>
                    </a:p>
                    <a:p>
                      <a:pPr marL="342900" lvl="0" indent="-342900" algn="l" rtl="0" fontAlgn="base">
                        <a:lnSpc>
                          <a:spcPts val="1275"/>
                        </a:lnSpc>
                        <a:buFont typeface="+mj-lt"/>
                        <a:buAutoNum type="arabicPeriod" startAt="3"/>
                      </a:pPr>
                      <a:r>
                        <a:rPr lang="en-GB" sz="1000" b="0">
                          <a:effectLst/>
                        </a:rPr>
                        <a:t>Database not responsive </a:t>
                      </a:r>
                    </a:p>
                    <a:p>
                      <a:pPr marL="342900" lvl="0" indent="-342900" algn="l" rtl="0" fontAlgn="base">
                        <a:lnSpc>
                          <a:spcPts val="1275"/>
                        </a:lnSpc>
                        <a:buFont typeface="+mj-lt"/>
                        <a:buAutoNum type="arabicPeriod" startAt="4"/>
                      </a:pPr>
                      <a:r>
                        <a:rPr lang="en-GB" sz="1000" b="0">
                          <a:effectLst/>
                        </a:rPr>
                        <a:t>Error is shown to user </a:t>
                      </a:r>
                      <a:endParaRPr lang="en-GB" sz="1000" b="0" i="0">
                        <a:effectLst/>
                        <a:latin typeface="Open Sans" panose="020B0606030504020204" pitchFamily="34" charset="0"/>
                      </a:endParaRPr>
                    </a:p>
                  </a:txBody>
                  <a:tcPr marL="55307" marR="55307" marT="44246" marB="44246"/>
                </a:tc>
                <a:extLst>
                  <a:ext uri="{0D108BD9-81ED-4DB2-BD59-A6C34878D82A}">
                    <a16:rowId xmlns:a16="http://schemas.microsoft.com/office/drawing/2014/main" val="632672040"/>
                  </a:ext>
                </a:extLst>
              </a:tr>
              <a:tr h="436007">
                <a:tc>
                  <a:txBody>
                    <a:bodyPr/>
                    <a:lstStyle/>
                    <a:p>
                      <a:pPr algn="l" rtl="0" fontAlgn="base">
                        <a:lnSpc>
                          <a:spcPts val="1275"/>
                        </a:lnSpc>
                        <a:buNone/>
                      </a:pPr>
                      <a:r>
                        <a:rPr lang="en-GB" sz="1000" b="0">
                          <a:effectLst/>
                        </a:rPr>
                        <a:t>Post conditions </a:t>
                      </a:r>
                      <a:endParaRPr lang="en-GB" sz="1700" b="0" i="0">
                        <a:effectLst/>
                      </a:endParaRPr>
                    </a:p>
                  </a:txBody>
                  <a:tcPr marL="55307" marR="55307" marT="44246" marB="44246"/>
                </a:tc>
                <a:tc>
                  <a:txBody>
                    <a:bodyPr/>
                    <a:lstStyle/>
                    <a:p>
                      <a:pPr algn="l" rtl="0" fontAlgn="base">
                        <a:lnSpc>
                          <a:spcPts val="1275"/>
                        </a:lnSpc>
                        <a:buNone/>
                      </a:pPr>
                      <a:r>
                        <a:rPr lang="en-GB" sz="1000" b="0">
                          <a:effectLst/>
                        </a:rPr>
                        <a:t>User has 1 week’s worth of weather data, and data is displayed on screen. </a:t>
                      </a:r>
                      <a:endParaRPr lang="en-GB" sz="1700" b="0" i="0">
                        <a:effectLst/>
                      </a:endParaRPr>
                    </a:p>
                  </a:txBody>
                  <a:tcPr marL="55307" marR="55307" marT="44246" marB="44246"/>
                </a:tc>
                <a:extLst>
                  <a:ext uri="{0D108BD9-81ED-4DB2-BD59-A6C34878D82A}">
                    <a16:rowId xmlns:a16="http://schemas.microsoft.com/office/drawing/2014/main" val="3477603005"/>
                  </a:ext>
                </a:extLst>
              </a:tr>
            </a:tbl>
          </a:graphicData>
        </a:graphic>
      </p:graphicFrame>
    </p:spTree>
    <p:extLst>
      <p:ext uri="{BB962C8B-B14F-4D97-AF65-F5344CB8AC3E}">
        <p14:creationId xmlns:p14="http://schemas.microsoft.com/office/powerpoint/2010/main" val="1493445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 name="Group 11">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Freeform: Shape 42">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5" name="Freeform: Shape 44">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7" name="Rectangle 46">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9" name="Group 48">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0" name="Straight Connector 49">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0" name="Freeform: Shape 79">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2" name="Group 81">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3" name="Straight Connector 82">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3" name="Rectangle 11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ight Triangle 116">
            <a:extLst>
              <a:ext uri="{FF2B5EF4-FFF2-40B4-BE49-F238E27FC236}">
                <a16:creationId xmlns:a16="http://schemas.microsoft.com/office/drawing/2014/main" id="{94D786EB-944C-47D5-B631-899F4029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lowchart: Document 118">
            <a:extLst>
              <a:ext uri="{FF2B5EF4-FFF2-40B4-BE49-F238E27FC236}">
                <a16:creationId xmlns:a16="http://schemas.microsoft.com/office/drawing/2014/main" id="{41FB6F01-9581-4ED4-833E-048E9F3C8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96105" y="1562107"/>
            <a:ext cx="6858000" cy="3733791"/>
          </a:xfrm>
          <a:prstGeom prst="flowChartDocument">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1" name="Group 120">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2" name="Straight Connector 121">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3F5592B-85D8-5821-8A3A-629A89072E47}"/>
              </a:ext>
            </a:extLst>
          </p:cNvPr>
          <p:cNvSpPr>
            <a:spLocks noGrp="1"/>
          </p:cNvSpPr>
          <p:nvPr>
            <p:ph type="title"/>
          </p:nvPr>
        </p:nvSpPr>
        <p:spPr>
          <a:xfrm>
            <a:off x="453142" y="2954226"/>
            <a:ext cx="5414249" cy="2232199"/>
          </a:xfrm>
        </p:spPr>
        <p:txBody>
          <a:bodyPr vert="horz" lIns="91440" tIns="45720" rIns="91440" bIns="45720" rtlCol="0" anchor="t">
            <a:normAutofit/>
          </a:bodyPr>
          <a:lstStyle/>
          <a:p>
            <a:r>
              <a:rPr lang="en-US" sz="5400"/>
              <a:t>Lofi design </a:t>
            </a:r>
            <a:endParaRPr lang="en-US" sz="5400">
              <a:cs typeface="Posterama"/>
            </a:endParaRPr>
          </a:p>
        </p:txBody>
      </p:sp>
      <p:pic>
        <p:nvPicPr>
          <p:cNvPr id="5" name="Picture 4" descr="A black and white drawing of a phone&#10;&#10;AI-generated content may be incorrect.">
            <a:extLst>
              <a:ext uri="{FF2B5EF4-FFF2-40B4-BE49-F238E27FC236}">
                <a16:creationId xmlns:a16="http://schemas.microsoft.com/office/drawing/2014/main" id="{17FF4477-4F36-34A1-8E1F-336E7FDCA2A1}"/>
              </a:ext>
            </a:extLst>
          </p:cNvPr>
          <p:cNvPicPr>
            <a:picLocks noChangeAspect="1"/>
          </p:cNvPicPr>
          <p:nvPr/>
        </p:nvPicPr>
        <p:blipFill>
          <a:blip r:embed="rId2"/>
          <a:stretch>
            <a:fillRect/>
          </a:stretch>
        </p:blipFill>
        <p:spPr>
          <a:xfrm>
            <a:off x="6189157" y="490295"/>
            <a:ext cx="5810316" cy="5432644"/>
          </a:xfrm>
          <a:prstGeom prst="rect">
            <a:avLst/>
          </a:prstGeom>
        </p:spPr>
      </p:pic>
    </p:spTree>
    <p:extLst>
      <p:ext uri="{BB962C8B-B14F-4D97-AF65-F5344CB8AC3E}">
        <p14:creationId xmlns:p14="http://schemas.microsoft.com/office/powerpoint/2010/main" val="154969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26FB2-3CE4-5CC7-235C-EDBBC206BFF1}"/>
              </a:ext>
            </a:extLst>
          </p:cNvPr>
          <p:cNvSpPr>
            <a:spLocks noGrp="1"/>
          </p:cNvSpPr>
          <p:nvPr>
            <p:ph type="title"/>
          </p:nvPr>
        </p:nvSpPr>
        <p:spPr/>
        <p:txBody>
          <a:bodyPr/>
          <a:lstStyle/>
          <a:p>
            <a:r>
              <a:rPr lang="en-US">
                <a:cs typeface="Posterama"/>
              </a:rPr>
              <a:t>Relevance - Suitability</a:t>
            </a:r>
          </a:p>
        </p:txBody>
      </p:sp>
      <p:sp>
        <p:nvSpPr>
          <p:cNvPr id="3" name="Content Placeholder 2">
            <a:extLst>
              <a:ext uri="{FF2B5EF4-FFF2-40B4-BE49-F238E27FC236}">
                <a16:creationId xmlns:a16="http://schemas.microsoft.com/office/drawing/2014/main" id="{CF5FB2BF-A39D-AF5F-2EB2-95ABAC182DD5}"/>
              </a:ext>
            </a:extLst>
          </p:cNvPr>
          <p:cNvSpPr>
            <a:spLocks noGrp="1"/>
          </p:cNvSpPr>
          <p:nvPr>
            <p:ph idx="1"/>
          </p:nvPr>
        </p:nvSpPr>
        <p:spPr/>
        <p:txBody>
          <a:bodyPr vert="horz" lIns="91440" tIns="45720" rIns="91440" bIns="45720" rtlCol="0" anchor="t">
            <a:normAutofit/>
          </a:bodyPr>
          <a:lstStyle/>
          <a:p>
            <a:r>
              <a:rPr lang="en-US"/>
              <a:t>Does the software answer the problem?</a:t>
            </a:r>
          </a:p>
          <a:p>
            <a:pPr>
              <a:buClr>
                <a:srgbClr val="FFFFFF"/>
              </a:buClr>
            </a:pPr>
            <a:r>
              <a:rPr lang="en-US"/>
              <a:t>Region-appropriate?</a:t>
            </a:r>
          </a:p>
          <a:p>
            <a:pPr>
              <a:buClr>
                <a:srgbClr val="FFFFFF"/>
              </a:buClr>
            </a:pPr>
            <a:r>
              <a:rPr lang="en-US"/>
              <a:t>Environmental</a:t>
            </a:r>
          </a:p>
          <a:p>
            <a:pPr>
              <a:buClr>
                <a:srgbClr val="FFFFFF"/>
              </a:buClr>
            </a:pPr>
            <a:r>
              <a:rPr lang="en-US"/>
              <a:t>Legal &amp; Ethical Suitability</a:t>
            </a:r>
          </a:p>
          <a:p>
            <a:pPr>
              <a:buClr>
                <a:srgbClr val="FFFFFF"/>
              </a:buClr>
            </a:pPr>
            <a:r>
              <a:rPr lang="en-US">
                <a:latin typeface="Avenir Next LT Pro"/>
              </a:rPr>
              <a:t>Scalability</a:t>
            </a:r>
          </a:p>
        </p:txBody>
      </p:sp>
    </p:spTree>
    <p:extLst>
      <p:ext uri="{BB962C8B-B14F-4D97-AF65-F5344CB8AC3E}">
        <p14:creationId xmlns:p14="http://schemas.microsoft.com/office/powerpoint/2010/main" val="3338269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4A4D2-66B2-D81E-1887-25D2CA083487}"/>
              </a:ext>
            </a:extLst>
          </p:cNvPr>
          <p:cNvSpPr>
            <a:spLocks noGrp="1"/>
          </p:cNvSpPr>
          <p:nvPr>
            <p:ph type="title"/>
          </p:nvPr>
        </p:nvSpPr>
        <p:spPr/>
        <p:txBody>
          <a:bodyPr/>
          <a:lstStyle/>
          <a:p>
            <a:r>
              <a:rPr lang="en-US">
                <a:cs typeface="Posterama"/>
              </a:rPr>
              <a:t>Accessibility &amp; Local - Suitability</a:t>
            </a:r>
            <a:endParaRPr lang="en-US"/>
          </a:p>
        </p:txBody>
      </p:sp>
      <p:sp>
        <p:nvSpPr>
          <p:cNvPr id="3" name="Content Placeholder 2">
            <a:extLst>
              <a:ext uri="{FF2B5EF4-FFF2-40B4-BE49-F238E27FC236}">
                <a16:creationId xmlns:a16="http://schemas.microsoft.com/office/drawing/2014/main" id="{507FD06C-A176-9117-F6A4-0CB8123E865E}"/>
              </a:ext>
            </a:extLst>
          </p:cNvPr>
          <p:cNvSpPr>
            <a:spLocks noGrp="1"/>
          </p:cNvSpPr>
          <p:nvPr>
            <p:ph idx="1"/>
          </p:nvPr>
        </p:nvSpPr>
        <p:spPr/>
        <p:txBody>
          <a:bodyPr vert="horz" lIns="91440" tIns="45720" rIns="91440" bIns="45720" rtlCol="0" anchor="t">
            <a:normAutofit/>
          </a:bodyPr>
          <a:lstStyle/>
          <a:p>
            <a:pPr>
              <a:buClr>
                <a:srgbClr val="FFFFFF"/>
              </a:buClr>
            </a:pPr>
            <a:r>
              <a:rPr lang="en-US"/>
              <a:t>Power-outages</a:t>
            </a:r>
            <a:endParaRPr lang="en-US">
              <a:solidFill>
                <a:srgbClr val="000000"/>
              </a:solidFill>
            </a:endParaRPr>
          </a:p>
          <a:p>
            <a:pPr>
              <a:buClr>
                <a:srgbClr val="FFFFFF"/>
              </a:buClr>
            </a:pPr>
            <a:r>
              <a:rPr lang="en-US"/>
              <a:t>Energy Suitability</a:t>
            </a:r>
            <a:endParaRPr lang="en-US">
              <a:solidFill>
                <a:srgbClr val="000000"/>
              </a:solidFill>
            </a:endParaRPr>
          </a:p>
          <a:p>
            <a:pPr>
              <a:buClr>
                <a:srgbClr val="FFFFFF"/>
              </a:buClr>
            </a:pPr>
            <a:r>
              <a:rPr lang="en-US"/>
              <a:t>Software requirements</a:t>
            </a:r>
            <a:endParaRPr lang="en-US">
              <a:solidFill>
                <a:srgbClr val="000000"/>
              </a:solidFill>
            </a:endParaRPr>
          </a:p>
          <a:p>
            <a:pPr>
              <a:buClr>
                <a:srgbClr val="FFFFFF"/>
              </a:buClr>
            </a:pPr>
            <a:r>
              <a:rPr lang="en-US"/>
              <a:t>Technical experience needed</a:t>
            </a:r>
            <a:endParaRPr lang="en-US">
              <a:solidFill>
                <a:srgbClr val="000000"/>
              </a:solidFill>
            </a:endParaRPr>
          </a:p>
          <a:p>
            <a:pPr>
              <a:buClr>
                <a:srgbClr val="FFFFFF"/>
              </a:buClr>
            </a:pPr>
            <a:r>
              <a:rPr lang="en-US"/>
              <a:t>Ease of use</a:t>
            </a:r>
          </a:p>
        </p:txBody>
      </p:sp>
    </p:spTree>
    <p:extLst>
      <p:ext uri="{BB962C8B-B14F-4D97-AF65-F5344CB8AC3E}">
        <p14:creationId xmlns:p14="http://schemas.microsoft.com/office/powerpoint/2010/main" val="2050066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FB0DE-CB71-4F94-E379-398AB13265B1}"/>
              </a:ext>
            </a:extLst>
          </p:cNvPr>
          <p:cNvSpPr>
            <a:spLocks noGrp="1"/>
          </p:cNvSpPr>
          <p:nvPr>
            <p:ph type="title"/>
          </p:nvPr>
        </p:nvSpPr>
        <p:spPr/>
        <p:txBody>
          <a:bodyPr/>
          <a:lstStyle/>
          <a:p>
            <a:r>
              <a:rPr lang="en-GB">
                <a:cs typeface="Posterama"/>
              </a:rPr>
              <a:t>User Testing</a:t>
            </a:r>
            <a:endParaRPr lang="en-GB"/>
          </a:p>
        </p:txBody>
      </p:sp>
      <p:sp>
        <p:nvSpPr>
          <p:cNvPr id="3" name="Content Placeholder 2">
            <a:extLst>
              <a:ext uri="{FF2B5EF4-FFF2-40B4-BE49-F238E27FC236}">
                <a16:creationId xmlns:a16="http://schemas.microsoft.com/office/drawing/2014/main" id="{E78CFD24-FFF5-BE5F-7BA0-01C0243939B7}"/>
              </a:ext>
            </a:extLst>
          </p:cNvPr>
          <p:cNvSpPr>
            <a:spLocks noGrp="1"/>
          </p:cNvSpPr>
          <p:nvPr>
            <p:ph idx="1"/>
          </p:nvPr>
        </p:nvSpPr>
        <p:spPr>
          <a:xfrm>
            <a:off x="457200" y="1274782"/>
            <a:ext cx="10722932" cy="4902181"/>
          </a:xfrm>
        </p:spPr>
        <p:txBody>
          <a:bodyPr vert="horz" lIns="91440" tIns="45720" rIns="91440" bIns="45720" rtlCol="0" anchor="t">
            <a:normAutofit/>
          </a:bodyPr>
          <a:lstStyle/>
          <a:p>
            <a:r>
              <a:rPr lang="en-GB"/>
              <a:t>Before feedback      after feedback:</a:t>
            </a:r>
          </a:p>
        </p:txBody>
      </p:sp>
      <p:pic>
        <p:nvPicPr>
          <p:cNvPr id="4" name="Picture 3" descr="A screenshot of a computer&#10;&#10;AI-generated content may be incorrect.">
            <a:extLst>
              <a:ext uri="{FF2B5EF4-FFF2-40B4-BE49-F238E27FC236}">
                <a16:creationId xmlns:a16="http://schemas.microsoft.com/office/drawing/2014/main" id="{109233DB-64AB-2AD1-A011-553D121777C0}"/>
              </a:ext>
            </a:extLst>
          </p:cNvPr>
          <p:cNvPicPr>
            <a:picLocks noChangeAspect="1"/>
          </p:cNvPicPr>
          <p:nvPr/>
        </p:nvPicPr>
        <p:blipFill>
          <a:blip r:embed="rId2"/>
          <a:stretch>
            <a:fillRect/>
          </a:stretch>
        </p:blipFill>
        <p:spPr>
          <a:xfrm>
            <a:off x="8110357" y="1367928"/>
            <a:ext cx="3178153" cy="5352362"/>
          </a:xfrm>
          <a:prstGeom prst="rect">
            <a:avLst/>
          </a:prstGeom>
        </p:spPr>
      </p:pic>
      <p:pic>
        <p:nvPicPr>
          <p:cNvPr id="5" name="Picture 4">
            <a:extLst>
              <a:ext uri="{FF2B5EF4-FFF2-40B4-BE49-F238E27FC236}">
                <a16:creationId xmlns:a16="http://schemas.microsoft.com/office/drawing/2014/main" id="{1DFE5784-7D79-3F5D-EF7C-5095A04AC022}"/>
              </a:ext>
            </a:extLst>
          </p:cNvPr>
          <p:cNvPicPr>
            <a:picLocks noChangeAspect="1"/>
          </p:cNvPicPr>
          <p:nvPr/>
        </p:nvPicPr>
        <p:blipFill>
          <a:blip r:embed="rId3"/>
          <a:stretch>
            <a:fillRect/>
          </a:stretch>
        </p:blipFill>
        <p:spPr>
          <a:xfrm>
            <a:off x="452831" y="1689252"/>
            <a:ext cx="3262387" cy="5168748"/>
          </a:xfrm>
          <a:prstGeom prst="rect">
            <a:avLst/>
          </a:prstGeom>
        </p:spPr>
      </p:pic>
    </p:spTree>
    <p:extLst>
      <p:ext uri="{BB962C8B-B14F-4D97-AF65-F5344CB8AC3E}">
        <p14:creationId xmlns:p14="http://schemas.microsoft.com/office/powerpoint/2010/main" val="2455014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E5CD7-E331-C8BA-4B78-7BD9B709A2DE}"/>
              </a:ext>
            </a:extLst>
          </p:cNvPr>
          <p:cNvSpPr>
            <a:spLocks noGrp="1"/>
          </p:cNvSpPr>
          <p:nvPr>
            <p:ph type="title"/>
          </p:nvPr>
        </p:nvSpPr>
        <p:spPr/>
        <p:txBody>
          <a:bodyPr/>
          <a:lstStyle/>
          <a:p>
            <a:r>
              <a:rPr lang="en-GB">
                <a:cs typeface="Posterama"/>
              </a:rPr>
              <a:t>Tools and Libraries used</a:t>
            </a:r>
            <a:endParaRPr lang="en-GB"/>
          </a:p>
        </p:txBody>
      </p:sp>
      <p:sp>
        <p:nvSpPr>
          <p:cNvPr id="3" name="Content Placeholder 2">
            <a:extLst>
              <a:ext uri="{FF2B5EF4-FFF2-40B4-BE49-F238E27FC236}">
                <a16:creationId xmlns:a16="http://schemas.microsoft.com/office/drawing/2014/main" id="{3D2BE52E-D999-AB89-78E0-1155E1E42DAC}"/>
              </a:ext>
            </a:extLst>
          </p:cNvPr>
          <p:cNvSpPr>
            <a:spLocks noGrp="1"/>
          </p:cNvSpPr>
          <p:nvPr>
            <p:ph idx="1"/>
          </p:nvPr>
        </p:nvSpPr>
        <p:spPr/>
        <p:txBody>
          <a:bodyPr vert="horz" lIns="91440" tIns="45720" rIns="91440" bIns="45720" rtlCol="0" anchor="t">
            <a:normAutofit/>
          </a:bodyPr>
          <a:lstStyle/>
          <a:p>
            <a:r>
              <a:rPr lang="en-GB" sz="2000">
                <a:latin typeface="Open Sans"/>
                <a:ea typeface="Open Sans"/>
                <a:cs typeface="Open Sans"/>
              </a:rPr>
              <a:t>Open-</a:t>
            </a:r>
            <a:r>
              <a:rPr lang="en-GB" sz="2000" err="1">
                <a:latin typeface="Open Sans"/>
                <a:ea typeface="Open Sans"/>
                <a:cs typeface="Open Sans"/>
              </a:rPr>
              <a:t>Meteo</a:t>
            </a:r>
            <a:r>
              <a:rPr lang="en-GB" sz="2000">
                <a:latin typeface="Open Sans"/>
                <a:ea typeface="Open Sans"/>
                <a:cs typeface="Open Sans"/>
              </a:rPr>
              <a:t> Weather API – For the server to get the weather report on a location to be saved and sent to clients.</a:t>
            </a:r>
          </a:p>
          <a:p>
            <a:pPr>
              <a:buClr>
                <a:srgbClr val="FFFFFF"/>
              </a:buClr>
            </a:pPr>
            <a:r>
              <a:rPr lang="en-GB" sz="2000">
                <a:latin typeface="Open Sans"/>
                <a:ea typeface="Open Sans"/>
                <a:cs typeface="Open Sans"/>
              </a:rPr>
              <a:t>Sqlite3 - For handling a database to store the most recent API response.</a:t>
            </a:r>
          </a:p>
          <a:p>
            <a:pPr>
              <a:buClr>
                <a:srgbClr val="FFFFFF"/>
              </a:buClr>
            </a:pPr>
            <a:r>
              <a:rPr lang="en-GB" sz="2000">
                <a:latin typeface="Open Sans"/>
                <a:ea typeface="Open Sans"/>
                <a:cs typeface="Open Sans"/>
              </a:rPr>
              <a:t>Flask – To handle setting up the localhost website and user traffic.</a:t>
            </a:r>
          </a:p>
          <a:p>
            <a:pPr>
              <a:buClr>
                <a:srgbClr val="FFFFFF"/>
              </a:buClr>
            </a:pPr>
            <a:r>
              <a:rPr lang="en-GB" sz="2000">
                <a:latin typeface="Open Sans"/>
                <a:ea typeface="Open Sans"/>
                <a:cs typeface="Open Sans"/>
              </a:rPr>
              <a:t>Datetime – For timestamping users.</a:t>
            </a:r>
          </a:p>
          <a:p>
            <a:pPr>
              <a:buClr>
                <a:srgbClr val="FFFFFF"/>
              </a:buClr>
            </a:pPr>
            <a:endParaRPr lang="en-GB"/>
          </a:p>
        </p:txBody>
      </p:sp>
    </p:spTree>
    <p:extLst>
      <p:ext uri="{BB962C8B-B14F-4D97-AF65-F5344CB8AC3E}">
        <p14:creationId xmlns:p14="http://schemas.microsoft.com/office/powerpoint/2010/main" val="2212475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5" name="Group 54">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6" name="Straight Connector 55">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6" name="Freeform: Shape 85">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88" name="Freeform: Shape 87">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90" name="Rectangle 89">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2" name="Group 91">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3" name="Straight Connector 92">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23" name="Freeform: Shape 122">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5" name="Group 124">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6" name="Straight Connector 125">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56" name="Rectangle 155">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8" name="Rectangle 157">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ight Triangle 159">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Freeform: Shape 161">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2" y="4554328"/>
            <a:ext cx="12178450"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64" name="Group 163">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65" name="Straight Connector 164">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6" name="Straight Connector 165">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7" name="Straight Connector 166">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8" name="Straight Connector 167">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9" name="Straight Connector 168">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0" name="Straight Connector 169">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1" name="Straight Connector 170">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2" name="Straight Connector 171">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3" name="Straight Connector 172">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4" name="Straight Connector 173">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5" name="Straight Connector 174">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6" name="Straight Connector 175">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7" name="Straight Connector 176">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8" name="Straight Connector 177">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9" name="Straight Connector 178">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0" name="Straight Connector 179">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1" name="Straight Connector 180">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2" name="Straight Connector 181">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3" name="Straight Connector 182">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4" name="Straight Connector 183">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5" name="Straight Connector 184">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6" name="Straight Connector 185">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7" name="Straight Connector 186">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8" name="Straight Connector 187">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9" name="Straight Connector 188">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0" name="Straight Connector 189">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1" name="Straight Connector 190">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2" name="Straight Connector 191">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3" name="Straight Connector 192">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solidFill>
              <a:schemeClr val="accent5">
                <a:lumMod val="50000"/>
                <a:alpha val="17000"/>
              </a:schemeClr>
            </a:solidFill>
            <a:ln>
              <a:solidFill>
                <a:schemeClr val="accent2">
                  <a:alpha val="15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a:extLst>
              <a:ext uri="{FF2B5EF4-FFF2-40B4-BE49-F238E27FC236}">
                <a16:creationId xmlns:a16="http://schemas.microsoft.com/office/drawing/2014/main" id="{5CD29A5C-1E42-34E5-7C4D-681F15C81CCC}"/>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5400"/>
              <a:t>Gantt chart </a:t>
            </a:r>
          </a:p>
        </p:txBody>
      </p:sp>
      <p:pic>
        <p:nvPicPr>
          <p:cNvPr id="3" name="Picture 2">
            <a:extLst>
              <a:ext uri="{FF2B5EF4-FFF2-40B4-BE49-F238E27FC236}">
                <a16:creationId xmlns:a16="http://schemas.microsoft.com/office/drawing/2014/main" id="{7186BF4C-BBA6-ADA7-76AA-7869B912A646}"/>
              </a:ext>
            </a:extLst>
          </p:cNvPr>
          <p:cNvPicPr>
            <a:picLocks noChangeAspect="1"/>
          </p:cNvPicPr>
          <p:nvPr/>
        </p:nvPicPr>
        <p:blipFill>
          <a:blip r:embed="rId2"/>
          <a:stretch>
            <a:fillRect/>
          </a:stretch>
        </p:blipFill>
        <p:spPr>
          <a:xfrm>
            <a:off x="206904" y="2063074"/>
            <a:ext cx="9881560" cy="4185133"/>
          </a:xfrm>
          <a:prstGeom prst="rect">
            <a:avLst/>
          </a:prstGeom>
        </p:spPr>
      </p:pic>
    </p:spTree>
    <p:extLst>
      <p:ext uri="{BB962C8B-B14F-4D97-AF65-F5344CB8AC3E}">
        <p14:creationId xmlns:p14="http://schemas.microsoft.com/office/powerpoint/2010/main" val="1719512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FC2E2-E895-A47E-F56D-9727DB471883}"/>
              </a:ext>
            </a:extLst>
          </p:cNvPr>
          <p:cNvSpPr>
            <a:spLocks noGrp="1"/>
          </p:cNvSpPr>
          <p:nvPr>
            <p:ph type="title"/>
          </p:nvPr>
        </p:nvSpPr>
        <p:spPr/>
        <p:txBody>
          <a:bodyPr/>
          <a:lstStyle/>
          <a:p>
            <a:r>
              <a:rPr lang="en-US">
                <a:cs typeface="Posterama"/>
              </a:rPr>
              <a:t>Conclusion</a:t>
            </a:r>
            <a:endParaRPr lang="en-US" err="1"/>
          </a:p>
        </p:txBody>
      </p:sp>
      <p:sp>
        <p:nvSpPr>
          <p:cNvPr id="3" name="Content Placeholder 2">
            <a:extLst>
              <a:ext uri="{FF2B5EF4-FFF2-40B4-BE49-F238E27FC236}">
                <a16:creationId xmlns:a16="http://schemas.microsoft.com/office/drawing/2014/main" id="{F9B804C2-6660-F48D-6178-5FFE92CC03BF}"/>
              </a:ext>
            </a:extLst>
          </p:cNvPr>
          <p:cNvSpPr>
            <a:spLocks noGrp="1"/>
          </p:cNvSpPr>
          <p:nvPr>
            <p:ph idx="1"/>
          </p:nvPr>
        </p:nvSpPr>
        <p:spPr/>
        <p:txBody>
          <a:bodyPr vert="horz" lIns="91440" tIns="45720" rIns="91440" bIns="45720" rtlCol="0" anchor="t">
            <a:normAutofit/>
          </a:bodyPr>
          <a:lstStyle/>
          <a:p>
            <a:r>
              <a:rPr lang="en-US"/>
              <a:t>THE. end</a:t>
            </a:r>
          </a:p>
        </p:txBody>
      </p:sp>
    </p:spTree>
    <p:extLst>
      <p:ext uri="{BB962C8B-B14F-4D97-AF65-F5344CB8AC3E}">
        <p14:creationId xmlns:p14="http://schemas.microsoft.com/office/powerpoint/2010/main" val="773504173"/>
      </p:ext>
    </p:extLst>
  </p:cSld>
  <p:clrMapOvr>
    <a:masterClrMapping/>
  </p:clrMapOvr>
</p:sld>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3</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SineVTI</vt:lpstr>
      <vt:lpstr>Weather app for Makers Valley</vt:lpstr>
      <vt:lpstr>Presentation Overview:</vt:lpstr>
      <vt:lpstr>Introduction to our problem</vt:lpstr>
      <vt:lpstr>Introduction of our solution</vt:lpstr>
      <vt:lpstr>UML Diagram</vt:lpstr>
      <vt:lpstr>Requirements: (With MoSCoW Analysis)</vt:lpstr>
      <vt:lpstr>Stakeholders:</vt:lpstr>
      <vt:lpstr>Personas</vt:lpstr>
      <vt:lpstr>Use Case List</vt:lpstr>
      <vt:lpstr>Use case diagram </vt:lpstr>
      <vt:lpstr>Textual Use Case Description</vt:lpstr>
      <vt:lpstr>Lofi design </vt:lpstr>
      <vt:lpstr>Relevance - Suitability</vt:lpstr>
      <vt:lpstr>Accessibility &amp; Local - Suitability</vt:lpstr>
      <vt:lpstr>User Testing</vt:lpstr>
      <vt:lpstr>Tools and Libraries used</vt:lpstr>
      <vt:lpstr>Gantt chart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12</cp:revision>
  <dcterms:created xsi:type="dcterms:W3CDTF">2025-06-04T14:11:36Z</dcterms:created>
  <dcterms:modified xsi:type="dcterms:W3CDTF">2025-06-12T20:08:22Z</dcterms:modified>
</cp:coreProperties>
</file>